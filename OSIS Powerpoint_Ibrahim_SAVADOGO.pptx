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Lst>
  <p:notesMasterIdLst>
    <p:notesMasterId r:id="rId3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82" r:id="rId29"/>
    <p:sldId id="279" r:id="rId30"/>
    <p:sldId id="280" r:id="rId31"/>
    <p:sldId id="281" r:id="rId32"/>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E4557A-941B-66B4-0B24-CED6E4B43768}" v="36" dt="2026-04-13T17:30:51.5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10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5/10/relationships/revisionInfo" Target="revisionInfo.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7"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fr-CA" sz="3600" b="0" strike="noStrike" spc="-1">
                <a:solidFill>
                  <a:srgbClr val="000000"/>
                </a:solidFill>
                <a:latin typeface="Arial"/>
              </a:rPr>
              <a:t>Click to move the slide</a:t>
            </a:r>
          </a:p>
        </p:txBody>
      </p:sp>
      <p:sp>
        <p:nvSpPr>
          <p:cNvPr id="22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r>
              <a:rPr lang="en-US" sz="2000" b="0" strike="noStrike" spc="-1">
                <a:latin typeface="Arial"/>
              </a:rPr>
              <a:t>Click to edit the notes format</a:t>
            </a:r>
          </a:p>
        </p:txBody>
      </p:sp>
      <p:sp>
        <p:nvSpPr>
          <p:cNvPr id="229"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r>
              <a:rPr lang="en-US" sz="1400" b="0" strike="noStrike" spc="-1">
                <a:latin typeface="Times New Roman"/>
              </a:rPr>
              <a:t>&lt;header&gt;</a:t>
            </a:r>
          </a:p>
        </p:txBody>
      </p:sp>
      <p:sp>
        <p:nvSpPr>
          <p:cNvPr id="230"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algn="r">
              <a:buNone/>
              <a:defRPr lang="en-US" sz="1400" b="0" strike="noStrike" spc="-1">
                <a:latin typeface="Times New Roman"/>
              </a:defRPr>
            </a:lvl1pPr>
          </a:lstStyle>
          <a:p>
            <a:pPr algn="r">
              <a:buNone/>
            </a:pPr>
            <a:r>
              <a:rPr lang="en-US" sz="1400" b="0" strike="noStrike" spc="-1">
                <a:latin typeface="Times New Roman"/>
              </a:rPr>
              <a:t>&lt;date/time&gt;</a:t>
            </a:r>
          </a:p>
        </p:txBody>
      </p:sp>
      <p:sp>
        <p:nvSpPr>
          <p:cNvPr id="231"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a:defRPr lang="en-US" sz="1400" b="0" strike="noStrike" spc="-1">
                <a:latin typeface="Times New Roman"/>
              </a:defRPr>
            </a:lvl1pPr>
          </a:lstStyle>
          <a:p>
            <a:r>
              <a:rPr lang="en-US" sz="1400" b="0" strike="noStrike" spc="-1">
                <a:latin typeface="Times New Roman"/>
              </a:rPr>
              <a:t>&lt;footer&gt;</a:t>
            </a:r>
          </a:p>
        </p:txBody>
      </p:sp>
      <p:sp>
        <p:nvSpPr>
          <p:cNvPr id="232"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algn="r">
              <a:buNone/>
              <a:defRPr lang="en-US" sz="1400" b="0" strike="noStrike" spc="-1">
                <a:latin typeface="Times New Roman"/>
              </a:defRPr>
            </a:lvl1pPr>
          </a:lstStyle>
          <a:p>
            <a:pPr algn="r">
              <a:buNone/>
            </a:pPr>
            <a:fld id="{9D91E482-864E-4E48-BB50-171ABC2D296D}"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PlaceHolder 1"/>
          <p:cNvSpPr>
            <a:spLocks noGrp="1" noRot="1" noChangeAspect="1"/>
          </p:cNvSpPr>
          <p:nvPr>
            <p:ph type="sldImg"/>
          </p:nvPr>
        </p:nvSpPr>
        <p:spPr>
          <a:xfrm>
            <a:off x="1181100" y="696913"/>
            <a:ext cx="4648200" cy="3486150"/>
          </a:xfrm>
          <a:prstGeom prst="rect">
            <a:avLst/>
          </a:prstGeom>
          <a:ln w="0">
            <a:noFill/>
          </a:ln>
        </p:spPr>
      </p:sp>
      <p:sp>
        <p:nvSpPr>
          <p:cNvPr id="347" name="PlaceHolder 2"/>
          <p:cNvSpPr>
            <a:spLocks noGrp="1"/>
          </p:cNvSpPr>
          <p:nvPr>
            <p:ph type="body"/>
          </p:nvPr>
        </p:nvSpPr>
        <p:spPr>
          <a:xfrm>
            <a:off x="701640" y="4416480"/>
            <a:ext cx="5606640" cy="4182840"/>
          </a:xfrm>
          <a:prstGeom prst="rect">
            <a:avLst/>
          </a:prstGeom>
          <a:noFill/>
          <a:ln w="0">
            <a:noFill/>
          </a:ln>
        </p:spPr>
        <p:txBody>
          <a:bodyPr lIns="93240" tIns="46440" rIns="93240" bIns="46440" numCol="1" spcCol="0" anchor="t">
            <a:noAutofit/>
          </a:bodyPr>
          <a:lstStyle/>
          <a:p>
            <a:endParaRPr lang="en-US" sz="2000" b="0" strike="noStrike" spc="-1">
              <a:latin typeface="Arial"/>
            </a:endParaRPr>
          </a:p>
        </p:txBody>
      </p:sp>
      <p:sp>
        <p:nvSpPr>
          <p:cNvPr id="348" name="PlaceHolder 3"/>
          <p:cNvSpPr>
            <a:spLocks noGrp="1"/>
          </p:cNvSpPr>
          <p:nvPr>
            <p:ph type="sldNum" idx="4"/>
          </p:nvPr>
        </p:nvSpPr>
        <p:spPr>
          <a:xfrm>
            <a:off x="3970440" y="8829720"/>
            <a:ext cx="3038040" cy="464760"/>
          </a:xfrm>
          <a:prstGeom prst="rect">
            <a:avLst/>
          </a:prstGeom>
          <a:noFill/>
          <a:ln w="0">
            <a:noFill/>
          </a:ln>
        </p:spPr>
        <p:txBody>
          <a:bodyPr lIns="93240" tIns="46440" rIns="93240" bIns="46440" numCol="1" spcCol="0" anchor="b">
            <a:noAutofit/>
          </a:bodyPr>
          <a:lstStyle>
            <a:lvl1pPr algn="r">
              <a:lnSpc>
                <a:spcPct val="100000"/>
              </a:lnSpc>
              <a:buNone/>
              <a:defRPr lang="fr-CA" sz="1200" b="0" strike="noStrike" spc="-1">
                <a:solidFill>
                  <a:srgbClr val="000000"/>
                </a:solidFill>
                <a:latin typeface="Arial"/>
                <a:ea typeface="+mn-ea"/>
              </a:defRPr>
            </a:lvl1pPr>
          </a:lstStyle>
          <a:p>
            <a:pPr algn="r">
              <a:lnSpc>
                <a:spcPct val="100000"/>
              </a:lnSpc>
              <a:buNone/>
            </a:pPr>
            <a:fld id="{0D024828-AC91-4238-BC1B-79C5D452698B}" type="slidenum">
              <a:rPr lang="fr-CA" sz="1200" b="0" strike="noStrike" spc="-1">
                <a:solidFill>
                  <a:srgbClr val="000000"/>
                </a:solidFill>
                <a:latin typeface="Arial"/>
                <a:ea typeface="+mn-ea"/>
              </a:rPr>
              <a:t>1</a:t>
            </a:fld>
            <a:endParaRPr lang="en-US" sz="12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PlaceHolder 1"/>
          <p:cNvSpPr>
            <a:spLocks noGrp="1" noRot="1" noChangeAspect="1"/>
          </p:cNvSpPr>
          <p:nvPr>
            <p:ph type="sldImg"/>
          </p:nvPr>
        </p:nvSpPr>
        <p:spPr>
          <a:xfrm>
            <a:off x="1181100" y="696913"/>
            <a:ext cx="4648200" cy="3486150"/>
          </a:xfrm>
          <a:prstGeom prst="rect">
            <a:avLst/>
          </a:prstGeom>
          <a:ln w="0">
            <a:noFill/>
          </a:ln>
        </p:spPr>
      </p:sp>
      <p:sp>
        <p:nvSpPr>
          <p:cNvPr id="350" name="PlaceHolder 2"/>
          <p:cNvSpPr>
            <a:spLocks noGrp="1"/>
          </p:cNvSpPr>
          <p:nvPr>
            <p:ph type="body"/>
          </p:nvPr>
        </p:nvSpPr>
        <p:spPr>
          <a:xfrm>
            <a:off x="701640" y="4416480"/>
            <a:ext cx="5606640" cy="4182840"/>
          </a:xfrm>
          <a:prstGeom prst="rect">
            <a:avLst/>
          </a:prstGeom>
          <a:noFill/>
          <a:ln w="0">
            <a:noFill/>
          </a:ln>
        </p:spPr>
        <p:txBody>
          <a:bodyPr lIns="93240" tIns="46440" rIns="93240" bIns="46440" numCol="1" spcCol="0" anchor="t">
            <a:noAutofit/>
          </a:bodyPr>
          <a:lstStyle/>
          <a:p>
            <a:pPr>
              <a:lnSpc>
                <a:spcPct val="100000"/>
              </a:lnSpc>
              <a:spcBef>
                <a:spcPts val="360"/>
              </a:spcBef>
              <a:buNone/>
              <a:tabLst>
                <a:tab pos="0" algn="l"/>
              </a:tabLst>
            </a:pPr>
            <a:r>
              <a:rPr lang="fr-FR" sz="2000" b="0" strike="noStrike" spc="-1">
                <a:latin typeface="Arial"/>
              </a:rPr>
              <a:t>Depuis Java 8 (2014) avec les lambdas et streams, le langage suit un cadence semestrielle, atteignant Java 21 en 2023 et continuant son évolution en 2026 avec des focus sur l'IA, la réflexion de code et les APIs comme Foreign Function.</a:t>
            </a:r>
            <a:endParaRPr lang="en-US" sz="2000" b="0" strike="noStrike" spc="-1">
              <a:latin typeface="Arial"/>
            </a:endParaRPr>
          </a:p>
          <a:p>
            <a:pPr>
              <a:lnSpc>
                <a:spcPct val="100000"/>
              </a:lnSpc>
              <a:buNone/>
              <a:tabLst>
                <a:tab pos="0" algn="l"/>
              </a:tabLst>
            </a:pPr>
            <a:endParaRPr lang="en-US" sz="2000" b="0" strike="noStrike" spc="-1">
              <a:latin typeface="Arial"/>
            </a:endParaRPr>
          </a:p>
        </p:txBody>
      </p:sp>
      <p:sp>
        <p:nvSpPr>
          <p:cNvPr id="351" name="PlaceHolder 3"/>
          <p:cNvSpPr>
            <a:spLocks noGrp="1"/>
          </p:cNvSpPr>
          <p:nvPr>
            <p:ph type="sldNum" idx="5"/>
          </p:nvPr>
        </p:nvSpPr>
        <p:spPr>
          <a:xfrm>
            <a:off x="3970440" y="8829720"/>
            <a:ext cx="3038040" cy="464760"/>
          </a:xfrm>
          <a:prstGeom prst="rect">
            <a:avLst/>
          </a:prstGeom>
          <a:noFill/>
          <a:ln w="0">
            <a:noFill/>
          </a:ln>
        </p:spPr>
        <p:txBody>
          <a:bodyPr lIns="93240" tIns="46440" rIns="93240" bIns="46440" numCol="1" spcCol="0" anchor="b">
            <a:noAutofit/>
          </a:bodyPr>
          <a:lstStyle>
            <a:lvl1pPr algn="r">
              <a:lnSpc>
                <a:spcPct val="100000"/>
              </a:lnSpc>
              <a:buNone/>
              <a:defRPr lang="fr-CA" sz="1200" b="0" strike="noStrike" spc="-1">
                <a:latin typeface="Arial"/>
                <a:ea typeface="+mn-ea"/>
              </a:defRPr>
            </a:lvl1pPr>
          </a:lstStyle>
          <a:p>
            <a:pPr algn="r">
              <a:lnSpc>
                <a:spcPct val="100000"/>
              </a:lnSpc>
              <a:buNone/>
            </a:pPr>
            <a:fld id="{9B6685FA-4703-41D9-8D36-6F3A2282BD2F}" type="slidenum">
              <a:rPr lang="fr-CA" sz="1200" b="0" strike="noStrike" spc="-1">
                <a:latin typeface="Arial"/>
                <a:ea typeface="+mn-ea"/>
              </a:rPr>
              <a:t>3</a:t>
            </a:fld>
            <a:endParaRPr lang="en-US" sz="1200" b="0" strike="noStrike" spc="-1">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PlaceHolder 1"/>
          <p:cNvSpPr>
            <a:spLocks noGrp="1" noRot="1" noChangeAspect="1"/>
          </p:cNvSpPr>
          <p:nvPr>
            <p:ph type="sldImg"/>
          </p:nvPr>
        </p:nvSpPr>
        <p:spPr>
          <a:xfrm>
            <a:off x="1181100" y="696913"/>
            <a:ext cx="4648200" cy="3486150"/>
          </a:xfrm>
          <a:prstGeom prst="rect">
            <a:avLst/>
          </a:prstGeom>
          <a:ln w="0">
            <a:noFill/>
          </a:ln>
        </p:spPr>
      </p:sp>
      <p:sp>
        <p:nvSpPr>
          <p:cNvPr id="353" name="PlaceHolder 2"/>
          <p:cNvSpPr>
            <a:spLocks noGrp="1"/>
          </p:cNvSpPr>
          <p:nvPr>
            <p:ph type="body"/>
          </p:nvPr>
        </p:nvSpPr>
        <p:spPr>
          <a:xfrm>
            <a:off x="701640" y="4416480"/>
            <a:ext cx="5606640" cy="4182840"/>
          </a:xfrm>
          <a:prstGeom prst="rect">
            <a:avLst/>
          </a:prstGeom>
          <a:noFill/>
          <a:ln w="0">
            <a:noFill/>
          </a:ln>
        </p:spPr>
        <p:txBody>
          <a:bodyPr lIns="93240" tIns="46440" rIns="93240" bIns="46440" numCol="1" spcCol="0" anchor="t">
            <a:noAutofit/>
          </a:bodyPr>
          <a:lstStyle/>
          <a:p>
            <a:pPr marL="216000" indent="-216000">
              <a:lnSpc>
                <a:spcPct val="100000"/>
              </a:lnSpc>
              <a:buNone/>
            </a:pPr>
            <a:r>
              <a:rPr lang="en-US" sz="2000" b="0" strike="noStrike" spc="-1">
                <a:latin typeface="Arial"/>
              </a:rPr>
              <a:t>Elles sevent a controller le deroulement du programme</a:t>
            </a:r>
          </a:p>
          <a:p>
            <a:pPr marL="216000" indent="-216000">
              <a:lnSpc>
                <a:spcPct val="100000"/>
              </a:lnSpc>
              <a:buNone/>
            </a:pPr>
            <a:endParaRPr lang="en-US" sz="2000" b="0" strike="noStrike" spc="-1">
              <a:latin typeface="Arial"/>
            </a:endParaRPr>
          </a:p>
          <a:p>
            <a:pPr marL="216000" indent="-216000">
              <a:lnSpc>
                <a:spcPct val="100000"/>
              </a:lnSpc>
              <a:buNone/>
            </a:pPr>
            <a:r>
              <a:rPr lang="en-US" sz="2000" b="0" strike="noStrike" spc="-1">
                <a:latin typeface="Arial"/>
              </a:rPr>
              <a:t>Regrouper en deux categories </a:t>
            </a:r>
          </a:p>
          <a:p>
            <a:pPr marL="216000" indent="-216000">
              <a:lnSpc>
                <a:spcPct val="100000"/>
              </a:lnSpc>
              <a:buNone/>
            </a:pPr>
            <a:r>
              <a:rPr lang="en-US" sz="2000" b="0" strike="noStrike" spc="-1">
                <a:latin typeface="Arial"/>
              </a:rPr>
              <a:t>Premiere categories permet de prendre des decisions</a:t>
            </a:r>
          </a:p>
          <a:p>
            <a:pPr marL="216000" indent="-216000">
              <a:lnSpc>
                <a:spcPct val="100000"/>
              </a:lnSpc>
              <a:buNone/>
            </a:pPr>
            <a:r>
              <a:rPr lang="en-US" sz="2000" b="0" strike="noStrike" spc="-1">
                <a:latin typeface="Arial"/>
              </a:rPr>
              <a:t>Deuxieme repeater les intructions</a:t>
            </a:r>
          </a:p>
        </p:txBody>
      </p:sp>
      <p:sp>
        <p:nvSpPr>
          <p:cNvPr id="354" name="PlaceHolder 3"/>
          <p:cNvSpPr>
            <a:spLocks noGrp="1"/>
          </p:cNvSpPr>
          <p:nvPr>
            <p:ph type="sldNum" idx="6"/>
          </p:nvPr>
        </p:nvSpPr>
        <p:spPr>
          <a:xfrm>
            <a:off x="3970440" y="8829720"/>
            <a:ext cx="3038040" cy="464760"/>
          </a:xfrm>
          <a:prstGeom prst="rect">
            <a:avLst/>
          </a:prstGeom>
          <a:noFill/>
          <a:ln w="0">
            <a:noFill/>
          </a:ln>
        </p:spPr>
        <p:txBody>
          <a:bodyPr lIns="93240" tIns="46440" rIns="93240" bIns="46440" numCol="1" spcCol="0" anchor="b">
            <a:noAutofit/>
          </a:bodyPr>
          <a:lstStyle>
            <a:lvl1pPr algn="r">
              <a:lnSpc>
                <a:spcPct val="100000"/>
              </a:lnSpc>
              <a:buNone/>
              <a:defRPr lang="fr-CA" sz="1200" b="0" strike="noStrike" spc="-1">
                <a:latin typeface="Arial"/>
                <a:ea typeface="+mn-ea"/>
              </a:defRPr>
            </a:lvl1pPr>
          </a:lstStyle>
          <a:p>
            <a:pPr algn="r">
              <a:lnSpc>
                <a:spcPct val="100000"/>
              </a:lnSpc>
              <a:buNone/>
            </a:pPr>
            <a:fld id="{4221DC0E-0E3C-4FCE-851D-13A6683DDA42}" type="slidenum">
              <a:rPr lang="fr-CA" sz="1200" b="0" strike="noStrike" spc="-1">
                <a:latin typeface="Arial"/>
                <a:ea typeface="+mn-ea"/>
              </a:rPr>
              <a:t>5</a:t>
            </a:fld>
            <a:endParaRPr lang="en-US" sz="1200" b="0" strike="noStrike" spc="-1">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 name="PlaceHolder 1"/>
          <p:cNvSpPr>
            <a:spLocks noGrp="1" noRot="1" noChangeAspect="1"/>
          </p:cNvSpPr>
          <p:nvPr>
            <p:ph type="sldImg"/>
          </p:nvPr>
        </p:nvSpPr>
        <p:spPr>
          <a:xfrm>
            <a:off x="1181100" y="696913"/>
            <a:ext cx="4648200" cy="3486150"/>
          </a:xfrm>
          <a:prstGeom prst="rect">
            <a:avLst/>
          </a:prstGeom>
          <a:ln w="0">
            <a:noFill/>
          </a:ln>
        </p:spPr>
      </p:sp>
      <p:sp>
        <p:nvSpPr>
          <p:cNvPr id="356" name="PlaceHolder 2"/>
          <p:cNvSpPr>
            <a:spLocks noGrp="1"/>
          </p:cNvSpPr>
          <p:nvPr>
            <p:ph type="body"/>
          </p:nvPr>
        </p:nvSpPr>
        <p:spPr>
          <a:xfrm>
            <a:off x="701640" y="4416480"/>
            <a:ext cx="5606640" cy="4182840"/>
          </a:xfrm>
          <a:prstGeom prst="rect">
            <a:avLst/>
          </a:prstGeom>
          <a:noFill/>
          <a:ln w="0">
            <a:noFill/>
          </a:ln>
        </p:spPr>
        <p:txBody>
          <a:bodyPr lIns="93240" tIns="46440" rIns="93240" bIns="46440" numCol="1" spcCol="0" anchor="t">
            <a:noAutofit/>
          </a:bodyPr>
          <a:lstStyle/>
          <a:p>
            <a:pPr>
              <a:lnSpc>
                <a:spcPct val="100000"/>
              </a:lnSpc>
              <a:spcBef>
                <a:spcPts val="360"/>
              </a:spcBef>
              <a:buNone/>
              <a:tabLst>
                <a:tab pos="0" algn="l"/>
              </a:tabLst>
            </a:pPr>
            <a:r>
              <a:rPr lang="fr-FR" sz="2000" b="0" strike="noStrike" spc="-1">
                <a:latin typeface="Arial"/>
              </a:rPr>
              <a:t>En Java, on parle de méthodes. C'est un bloc de code nommé, réutilisable, qui accomplit une tâche précise (maintenable, organisé).</a:t>
            </a:r>
            <a:endParaRPr lang="en-US" sz="2000" b="0" strike="noStrike" spc="-1">
              <a:latin typeface="Arial"/>
            </a:endParaRPr>
          </a:p>
          <a:p>
            <a:pPr>
              <a:lnSpc>
                <a:spcPct val="100000"/>
              </a:lnSpc>
              <a:buNone/>
              <a:tabLst>
                <a:tab pos="0" algn="l"/>
              </a:tabLst>
            </a:pPr>
            <a:endParaRPr lang="en-US" sz="2000" b="0" strike="noStrike" spc="-1">
              <a:latin typeface="Arial"/>
            </a:endParaRPr>
          </a:p>
        </p:txBody>
      </p:sp>
      <p:sp>
        <p:nvSpPr>
          <p:cNvPr id="357" name="PlaceHolder 3"/>
          <p:cNvSpPr>
            <a:spLocks noGrp="1"/>
          </p:cNvSpPr>
          <p:nvPr>
            <p:ph type="sldNum" idx="7"/>
          </p:nvPr>
        </p:nvSpPr>
        <p:spPr>
          <a:xfrm>
            <a:off x="3970440" y="8829720"/>
            <a:ext cx="3038040" cy="464760"/>
          </a:xfrm>
          <a:prstGeom prst="rect">
            <a:avLst/>
          </a:prstGeom>
          <a:noFill/>
          <a:ln w="0">
            <a:noFill/>
          </a:ln>
        </p:spPr>
        <p:txBody>
          <a:bodyPr lIns="93240" tIns="46440" rIns="93240" bIns="46440" numCol="1" spcCol="0" anchor="b">
            <a:noAutofit/>
          </a:bodyPr>
          <a:lstStyle>
            <a:lvl1pPr algn="r">
              <a:lnSpc>
                <a:spcPct val="100000"/>
              </a:lnSpc>
              <a:buNone/>
              <a:defRPr lang="fr-CA" sz="1200" b="0" strike="noStrike" spc="-1">
                <a:latin typeface="Arial"/>
                <a:ea typeface="+mn-ea"/>
              </a:defRPr>
            </a:lvl1pPr>
          </a:lstStyle>
          <a:p>
            <a:pPr algn="r">
              <a:lnSpc>
                <a:spcPct val="100000"/>
              </a:lnSpc>
              <a:buNone/>
            </a:pPr>
            <a:fld id="{7CC47026-644D-4864-9D3D-EAB961BCE92A}" type="slidenum">
              <a:rPr lang="fr-CA" sz="1200" b="0" strike="noStrike" spc="-1">
                <a:latin typeface="Arial"/>
                <a:ea typeface="+mn-ea"/>
              </a:rPr>
              <a:t>7</a:t>
            </a:fld>
            <a:endParaRPr lang="en-US" sz="1200" b="0" strike="noStrike" spc="-1">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PlaceHolder 1"/>
          <p:cNvSpPr>
            <a:spLocks noGrp="1" noRot="1" noChangeAspect="1"/>
          </p:cNvSpPr>
          <p:nvPr>
            <p:ph type="sldImg"/>
          </p:nvPr>
        </p:nvSpPr>
        <p:spPr>
          <a:xfrm>
            <a:off x="1181100" y="696913"/>
            <a:ext cx="4648200" cy="3486150"/>
          </a:xfrm>
          <a:prstGeom prst="rect">
            <a:avLst/>
          </a:prstGeom>
          <a:ln w="0">
            <a:noFill/>
          </a:ln>
        </p:spPr>
      </p:sp>
      <p:sp>
        <p:nvSpPr>
          <p:cNvPr id="359" name="PlaceHolder 2"/>
          <p:cNvSpPr>
            <a:spLocks noGrp="1"/>
          </p:cNvSpPr>
          <p:nvPr>
            <p:ph type="body"/>
          </p:nvPr>
        </p:nvSpPr>
        <p:spPr>
          <a:xfrm>
            <a:off x="701640" y="4416480"/>
            <a:ext cx="5606640" cy="4182840"/>
          </a:xfrm>
          <a:prstGeom prst="rect">
            <a:avLst/>
          </a:prstGeom>
          <a:noFill/>
          <a:ln w="0">
            <a:noFill/>
          </a:ln>
        </p:spPr>
        <p:txBody>
          <a:bodyPr lIns="93240" tIns="46440" rIns="93240" bIns="46440" numCol="1" spcCol="0" anchor="t">
            <a:noAutofit/>
          </a:bodyPr>
          <a:lstStyle/>
          <a:p>
            <a:pPr>
              <a:lnSpc>
                <a:spcPct val="100000"/>
              </a:lnSpc>
              <a:spcBef>
                <a:spcPts val="360"/>
              </a:spcBef>
              <a:buNone/>
              <a:tabLst>
                <a:tab pos="0" algn="l"/>
              </a:tabLst>
            </a:pPr>
            <a:r>
              <a:rPr lang="fr-FR" sz="2000" b="0" strike="noStrike" spc="-1">
                <a:latin typeface="Arial"/>
              </a:rPr>
              <a:t>En Java, on parle de méthodes. C'est un bloc de code nommé, réutilisable, qui accomplit une tâche précise (maintenable, organisé).</a:t>
            </a:r>
            <a:endParaRPr lang="en-US" sz="2000" b="0" strike="noStrike" spc="-1">
              <a:latin typeface="Arial"/>
            </a:endParaRPr>
          </a:p>
          <a:p>
            <a:pPr>
              <a:lnSpc>
                <a:spcPct val="100000"/>
              </a:lnSpc>
              <a:buNone/>
              <a:tabLst>
                <a:tab pos="0" algn="l"/>
              </a:tabLst>
            </a:pPr>
            <a:endParaRPr lang="en-US" sz="2000" b="0" strike="noStrike" spc="-1">
              <a:latin typeface="Arial"/>
            </a:endParaRPr>
          </a:p>
        </p:txBody>
      </p:sp>
      <p:sp>
        <p:nvSpPr>
          <p:cNvPr id="360" name="PlaceHolder 3"/>
          <p:cNvSpPr>
            <a:spLocks noGrp="1"/>
          </p:cNvSpPr>
          <p:nvPr>
            <p:ph type="sldNum" idx="8"/>
          </p:nvPr>
        </p:nvSpPr>
        <p:spPr>
          <a:xfrm>
            <a:off x="3970440" y="8829720"/>
            <a:ext cx="3038040" cy="464760"/>
          </a:xfrm>
          <a:prstGeom prst="rect">
            <a:avLst/>
          </a:prstGeom>
          <a:noFill/>
          <a:ln w="0">
            <a:noFill/>
          </a:ln>
        </p:spPr>
        <p:txBody>
          <a:bodyPr lIns="93240" tIns="46440" rIns="93240" bIns="46440" numCol="1" spcCol="0" anchor="b">
            <a:noAutofit/>
          </a:bodyPr>
          <a:lstStyle>
            <a:lvl1pPr algn="r">
              <a:lnSpc>
                <a:spcPct val="100000"/>
              </a:lnSpc>
              <a:buNone/>
              <a:defRPr lang="fr-CA" sz="1200" b="0" strike="noStrike" spc="-1">
                <a:latin typeface="Arial"/>
                <a:ea typeface="+mn-ea"/>
              </a:defRPr>
            </a:lvl1pPr>
          </a:lstStyle>
          <a:p>
            <a:pPr algn="r">
              <a:lnSpc>
                <a:spcPct val="100000"/>
              </a:lnSpc>
              <a:buNone/>
            </a:pPr>
            <a:fld id="{B87B5F38-50C7-4E91-B800-B4C0EEC53ECF}" type="slidenum">
              <a:rPr lang="fr-CA" sz="1200" b="0" strike="noStrike" spc="-1">
                <a:latin typeface="Arial"/>
                <a:ea typeface="+mn-ea"/>
              </a:rPr>
              <a:t>8</a:t>
            </a:fld>
            <a:endParaRPr lang="en-US" sz="1200" b="0" strike="noStrike" spc="-1">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PlaceHolder 1"/>
          <p:cNvSpPr>
            <a:spLocks noGrp="1" noRot="1" noChangeAspect="1"/>
          </p:cNvSpPr>
          <p:nvPr>
            <p:ph type="sldImg"/>
          </p:nvPr>
        </p:nvSpPr>
        <p:spPr>
          <a:xfrm>
            <a:off x="1181100" y="696913"/>
            <a:ext cx="4648200" cy="3486150"/>
          </a:xfrm>
          <a:prstGeom prst="rect">
            <a:avLst/>
          </a:prstGeom>
          <a:ln w="0">
            <a:noFill/>
          </a:ln>
        </p:spPr>
      </p:sp>
      <p:sp>
        <p:nvSpPr>
          <p:cNvPr id="362" name="PlaceHolder 2"/>
          <p:cNvSpPr>
            <a:spLocks noGrp="1"/>
          </p:cNvSpPr>
          <p:nvPr>
            <p:ph type="body"/>
          </p:nvPr>
        </p:nvSpPr>
        <p:spPr>
          <a:xfrm>
            <a:off x="701640" y="4416480"/>
            <a:ext cx="5606640" cy="4182840"/>
          </a:xfrm>
          <a:prstGeom prst="rect">
            <a:avLst/>
          </a:prstGeom>
          <a:noFill/>
          <a:ln w="0">
            <a:noFill/>
          </a:ln>
        </p:spPr>
        <p:txBody>
          <a:bodyPr lIns="93240" tIns="46440" rIns="93240" bIns="46440" numCol="1" spcCol="0" anchor="t">
            <a:noAutofit/>
          </a:bodyPr>
          <a:lstStyle/>
          <a:p>
            <a:pPr>
              <a:lnSpc>
                <a:spcPct val="100000"/>
              </a:lnSpc>
              <a:spcBef>
                <a:spcPts val="360"/>
              </a:spcBef>
              <a:buNone/>
              <a:tabLst>
                <a:tab pos="0" algn="l"/>
              </a:tabLst>
            </a:pPr>
            <a:r>
              <a:rPr lang="fr-FR" sz="2000" b="0" strike="noStrike" spc="-1">
                <a:latin typeface="Arial"/>
              </a:rPr>
              <a:t>En Java, on parle de méthodes. C'est un bloc de code nommé, réutilisable, qui accomplit une tâche précise (maintenable, organisé).</a:t>
            </a:r>
            <a:endParaRPr lang="en-US" sz="2000" b="0" strike="noStrike" spc="-1">
              <a:latin typeface="Arial"/>
            </a:endParaRPr>
          </a:p>
          <a:p>
            <a:pPr>
              <a:lnSpc>
                <a:spcPct val="100000"/>
              </a:lnSpc>
              <a:buNone/>
              <a:tabLst>
                <a:tab pos="0" algn="l"/>
              </a:tabLst>
            </a:pPr>
            <a:endParaRPr lang="en-US" sz="2000" b="0" strike="noStrike" spc="-1">
              <a:latin typeface="Arial"/>
            </a:endParaRPr>
          </a:p>
        </p:txBody>
      </p:sp>
      <p:sp>
        <p:nvSpPr>
          <p:cNvPr id="363" name="PlaceHolder 3"/>
          <p:cNvSpPr>
            <a:spLocks noGrp="1"/>
          </p:cNvSpPr>
          <p:nvPr>
            <p:ph type="sldNum" idx="9"/>
          </p:nvPr>
        </p:nvSpPr>
        <p:spPr>
          <a:xfrm>
            <a:off x="3970440" y="8829720"/>
            <a:ext cx="3038040" cy="464760"/>
          </a:xfrm>
          <a:prstGeom prst="rect">
            <a:avLst/>
          </a:prstGeom>
          <a:noFill/>
          <a:ln w="0">
            <a:noFill/>
          </a:ln>
        </p:spPr>
        <p:txBody>
          <a:bodyPr lIns="93240" tIns="46440" rIns="93240" bIns="46440" numCol="1" spcCol="0" anchor="b">
            <a:noAutofit/>
          </a:bodyPr>
          <a:lstStyle>
            <a:lvl1pPr algn="r">
              <a:lnSpc>
                <a:spcPct val="100000"/>
              </a:lnSpc>
              <a:buNone/>
              <a:defRPr lang="fr-CA" sz="1200" b="0" strike="noStrike" spc="-1">
                <a:latin typeface="Arial"/>
                <a:ea typeface="+mn-ea"/>
              </a:defRPr>
            </a:lvl1pPr>
          </a:lstStyle>
          <a:p>
            <a:pPr algn="r">
              <a:lnSpc>
                <a:spcPct val="100000"/>
              </a:lnSpc>
              <a:buNone/>
            </a:pPr>
            <a:fld id="{D2BC20E0-EFF2-48E5-A2A8-704C01693AB4}" type="slidenum">
              <a:rPr lang="fr-CA" sz="1200" b="0" strike="noStrike" spc="-1">
                <a:latin typeface="Arial"/>
                <a:ea typeface="+mn-ea"/>
              </a:rPr>
              <a:t>9</a:t>
            </a:fld>
            <a:endParaRPr lang="en-US" sz="1200" b="0" strike="noStrike" spc="-1">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1181160" y="696960"/>
            <a:ext cx="4647960" cy="3485880"/>
          </a:xfrm>
          <a:prstGeom prst="rect">
            <a:avLst/>
          </a:prstGeom>
          <a:ln w="0">
            <a:noFill/>
          </a:ln>
        </p:spPr>
      </p:sp>
      <p:sp>
        <p:nvSpPr>
          <p:cNvPr id="365" name="PlaceHolder 2"/>
          <p:cNvSpPr>
            <a:spLocks noGrp="1"/>
          </p:cNvSpPr>
          <p:nvPr>
            <p:ph type="body"/>
          </p:nvPr>
        </p:nvSpPr>
        <p:spPr>
          <a:xfrm>
            <a:off x="701640" y="4416480"/>
            <a:ext cx="5606640" cy="4182840"/>
          </a:xfrm>
          <a:prstGeom prst="rect">
            <a:avLst/>
          </a:prstGeom>
          <a:noFill/>
          <a:ln w="0">
            <a:noFill/>
          </a:ln>
        </p:spPr>
        <p:txBody>
          <a:bodyPr lIns="93240" tIns="46440" rIns="93240" bIns="46440" numCol="1" spcCol="0" anchor="t">
            <a:noAutofit/>
          </a:bodyPr>
          <a:lstStyle/>
          <a:p>
            <a:pPr>
              <a:lnSpc>
                <a:spcPct val="100000"/>
              </a:lnSpc>
              <a:spcBef>
                <a:spcPts val="360"/>
              </a:spcBef>
              <a:buNone/>
              <a:tabLst>
                <a:tab pos="0" algn="l"/>
              </a:tabLst>
            </a:pPr>
            <a:r>
              <a:rPr lang="fr-FR" sz="2000" b="0" strike="noStrike" spc="-1">
                <a:latin typeface="Arial"/>
              </a:rPr>
              <a:t>En Java, on parle de méthodes. C'est un bloc de code nommé, réutilisable, qui accomplit une tâche précise (maintenable, organisé).</a:t>
            </a:r>
            <a:endParaRPr lang="en-US" sz="2000" b="0" strike="noStrike" spc="-1">
              <a:latin typeface="Arial"/>
            </a:endParaRPr>
          </a:p>
          <a:p>
            <a:pPr>
              <a:lnSpc>
                <a:spcPct val="100000"/>
              </a:lnSpc>
              <a:buNone/>
              <a:tabLst>
                <a:tab pos="0" algn="l"/>
              </a:tabLst>
            </a:pPr>
            <a:endParaRPr lang="en-US" sz="2000" b="0" strike="noStrike" spc="-1">
              <a:latin typeface="Arial"/>
            </a:endParaRPr>
          </a:p>
        </p:txBody>
      </p:sp>
      <p:sp>
        <p:nvSpPr>
          <p:cNvPr id="366" name="PlaceHolder 3"/>
          <p:cNvSpPr>
            <a:spLocks noGrp="1"/>
          </p:cNvSpPr>
          <p:nvPr>
            <p:ph type="sldNum" idx="10"/>
          </p:nvPr>
        </p:nvSpPr>
        <p:spPr>
          <a:xfrm>
            <a:off x="3970440" y="8829720"/>
            <a:ext cx="3038040" cy="464760"/>
          </a:xfrm>
          <a:prstGeom prst="rect">
            <a:avLst/>
          </a:prstGeom>
          <a:noFill/>
          <a:ln w="0">
            <a:noFill/>
          </a:ln>
        </p:spPr>
        <p:txBody>
          <a:bodyPr lIns="93240" tIns="46440" rIns="93240" bIns="46440" numCol="1" spcCol="0" anchor="b">
            <a:noAutofit/>
          </a:bodyPr>
          <a:lstStyle>
            <a:lvl1pPr algn="r">
              <a:lnSpc>
                <a:spcPct val="100000"/>
              </a:lnSpc>
              <a:buNone/>
              <a:defRPr lang="fr-CA" sz="1200" b="0" strike="noStrike" spc="-1">
                <a:latin typeface="Arial"/>
                <a:ea typeface="+mn-ea"/>
              </a:defRPr>
            </a:lvl1pPr>
          </a:lstStyle>
          <a:p>
            <a:pPr algn="r">
              <a:lnSpc>
                <a:spcPct val="100000"/>
              </a:lnSpc>
              <a:buNone/>
            </a:pPr>
            <a:fld id="{A0AAD930-CA94-460E-B05E-3C6703AB6947}" type="slidenum">
              <a:rPr lang="fr-CA" sz="1200" b="0" strike="noStrike" spc="-1">
                <a:latin typeface="Arial"/>
                <a:ea typeface="+mn-ea"/>
              </a:rPr>
              <a:t>10</a:t>
            </a:fld>
            <a:endParaRPr lang="en-US" sz="1200" b="0" strike="noStrike" spc="-1">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PlaceHolder 1"/>
          <p:cNvSpPr>
            <a:spLocks noGrp="1" noRot="1" noChangeAspect="1"/>
          </p:cNvSpPr>
          <p:nvPr>
            <p:ph type="sldImg"/>
          </p:nvPr>
        </p:nvSpPr>
        <p:spPr>
          <a:xfrm>
            <a:off x="1181100" y="696913"/>
            <a:ext cx="4648200" cy="3486150"/>
          </a:xfrm>
          <a:prstGeom prst="rect">
            <a:avLst/>
          </a:prstGeom>
          <a:ln w="0">
            <a:noFill/>
          </a:ln>
        </p:spPr>
      </p:sp>
      <p:sp>
        <p:nvSpPr>
          <p:cNvPr id="368" name="PlaceHolder 2"/>
          <p:cNvSpPr>
            <a:spLocks noGrp="1"/>
          </p:cNvSpPr>
          <p:nvPr>
            <p:ph type="body"/>
          </p:nvPr>
        </p:nvSpPr>
        <p:spPr>
          <a:xfrm>
            <a:off x="701640" y="4416480"/>
            <a:ext cx="5606640" cy="4182840"/>
          </a:xfrm>
          <a:prstGeom prst="rect">
            <a:avLst/>
          </a:prstGeom>
          <a:noFill/>
          <a:ln w="0">
            <a:noFill/>
          </a:ln>
        </p:spPr>
        <p:txBody>
          <a:bodyPr lIns="93240" tIns="46440" rIns="93240" bIns="46440" numCol="1" spcCol="0" anchor="t">
            <a:noAutofit/>
          </a:bodyPr>
          <a:lstStyle/>
          <a:p>
            <a:pPr marL="216000" indent="-216000">
              <a:lnSpc>
                <a:spcPct val="100000"/>
              </a:lnSpc>
              <a:buNone/>
            </a:pPr>
            <a:r>
              <a:rPr lang="fr-FR" sz="1200" b="0" strike="noStrike" spc="-1">
                <a:solidFill>
                  <a:srgbClr val="000000"/>
                </a:solidFill>
                <a:latin typeface="Arial"/>
                <a:ea typeface="+mn-ea"/>
              </a:rPr>
              <a:t>Le constructeur est une méthode spéciale qui s'exécute automatiquement lors de la création d'un objet. Il permet d'initialiser tous les attributs en une seule opération.</a:t>
            </a:r>
            <a:endParaRPr lang="en-US" sz="1200" b="0" strike="noStrike" spc="-1">
              <a:latin typeface="Arial"/>
            </a:endParaRPr>
          </a:p>
          <a:p>
            <a:pPr marL="216000" indent="-216000">
              <a:lnSpc>
                <a:spcPct val="100000"/>
              </a:lnSpc>
              <a:buNone/>
            </a:pPr>
            <a:r>
              <a:rPr lang="en-US" sz="1200" b="0" strike="noStrike" spc="-1">
                <a:solidFill>
                  <a:srgbClr val="000000"/>
                </a:solidFill>
                <a:latin typeface="Arial"/>
                <a:ea typeface="+mn-ea"/>
              </a:rPr>
              <a:t>Caractéristiques du constructeur :</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Porte le même nom que la classe</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N'a pas de type de retour (même pas void)</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Est appelé automatiquement avec le mot-clé new</a:t>
            </a:r>
            <a:endParaRPr lang="en-US" sz="1200" b="0" strike="noStrike" spc="-1">
              <a:latin typeface="Arial"/>
            </a:endParaRPr>
          </a:p>
          <a:p>
            <a:pPr marL="216000" indent="-216000">
              <a:lnSpc>
                <a:spcPct val="100000"/>
              </a:lnSpc>
              <a:buNone/>
            </a:pPr>
            <a:endParaRPr lang="en-US" sz="1200" b="0" strike="noStrike" spc="-1">
              <a:latin typeface="Arial"/>
            </a:endParaRPr>
          </a:p>
        </p:txBody>
      </p:sp>
      <p:sp>
        <p:nvSpPr>
          <p:cNvPr id="369" name="PlaceHolder 3"/>
          <p:cNvSpPr>
            <a:spLocks noGrp="1"/>
          </p:cNvSpPr>
          <p:nvPr>
            <p:ph type="sldNum" idx="11"/>
          </p:nvPr>
        </p:nvSpPr>
        <p:spPr>
          <a:xfrm>
            <a:off x="3970440" y="8829720"/>
            <a:ext cx="3038040" cy="464760"/>
          </a:xfrm>
          <a:prstGeom prst="rect">
            <a:avLst/>
          </a:prstGeom>
          <a:noFill/>
          <a:ln w="0">
            <a:noFill/>
          </a:ln>
        </p:spPr>
        <p:txBody>
          <a:bodyPr lIns="93240" tIns="46440" rIns="93240" bIns="46440" numCol="1" spcCol="0" anchor="b">
            <a:noAutofit/>
          </a:bodyPr>
          <a:lstStyle>
            <a:lvl1pPr algn="r">
              <a:lnSpc>
                <a:spcPct val="100000"/>
              </a:lnSpc>
              <a:buNone/>
              <a:defRPr lang="fr-CA" sz="1200" b="0" strike="noStrike" spc="-1">
                <a:latin typeface="Arial"/>
                <a:ea typeface="+mn-ea"/>
              </a:defRPr>
            </a:lvl1pPr>
          </a:lstStyle>
          <a:p>
            <a:pPr algn="r">
              <a:lnSpc>
                <a:spcPct val="100000"/>
              </a:lnSpc>
              <a:buNone/>
            </a:pPr>
            <a:fld id="{14CDC496-F9E0-4426-9E54-2A3AB3EF0FEB}" type="slidenum">
              <a:rPr lang="fr-CA" sz="1200" b="0" strike="noStrike" spc="-1">
                <a:latin typeface="Arial"/>
                <a:ea typeface="+mn-ea"/>
              </a:rPr>
              <a:t>11</a:t>
            </a:fld>
            <a:endParaRPr lang="en-US" sz="1200" b="0" strike="noStrike" spc="-1">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PlaceHolder 1"/>
          <p:cNvSpPr>
            <a:spLocks noGrp="1" noRot="1" noChangeAspect="1"/>
          </p:cNvSpPr>
          <p:nvPr>
            <p:ph type="sldImg"/>
          </p:nvPr>
        </p:nvSpPr>
        <p:spPr>
          <a:xfrm>
            <a:off x="1181100" y="696913"/>
            <a:ext cx="4648200" cy="3486150"/>
          </a:xfrm>
          <a:prstGeom prst="rect">
            <a:avLst/>
          </a:prstGeom>
          <a:ln w="0">
            <a:noFill/>
          </a:ln>
        </p:spPr>
      </p:sp>
      <p:sp>
        <p:nvSpPr>
          <p:cNvPr id="371" name="PlaceHolder 2"/>
          <p:cNvSpPr>
            <a:spLocks noGrp="1"/>
          </p:cNvSpPr>
          <p:nvPr>
            <p:ph type="body"/>
          </p:nvPr>
        </p:nvSpPr>
        <p:spPr>
          <a:xfrm>
            <a:off x="701640" y="4416480"/>
            <a:ext cx="5606640" cy="4182840"/>
          </a:xfrm>
          <a:prstGeom prst="rect">
            <a:avLst/>
          </a:prstGeom>
          <a:noFill/>
          <a:ln w="0">
            <a:noFill/>
          </a:ln>
        </p:spPr>
        <p:txBody>
          <a:bodyPr lIns="93240" tIns="46440" rIns="93240" bIns="46440" numCol="1" spcCol="0" anchor="t">
            <a:noAutofit/>
          </a:bodyPr>
          <a:lstStyle/>
          <a:p>
            <a:pPr>
              <a:lnSpc>
                <a:spcPct val="100000"/>
              </a:lnSpc>
              <a:spcBef>
                <a:spcPts val="360"/>
              </a:spcBef>
              <a:buNone/>
              <a:tabLst>
                <a:tab pos="0" algn="l"/>
              </a:tabLst>
            </a:pPr>
            <a:r>
              <a:rPr lang="fr-FR" sz="2000" b="0" strike="noStrike" spc="-1">
                <a:latin typeface="Arial"/>
              </a:rPr>
              <a:t>En Java, on parle de méthodes. C'est un bloc de code nommé, réutilisable, qui accomplit une tâche précise (maintenable, organisé).</a:t>
            </a:r>
            <a:endParaRPr lang="en-US" sz="2000" b="0" strike="noStrike" spc="-1">
              <a:latin typeface="Arial"/>
            </a:endParaRPr>
          </a:p>
          <a:p>
            <a:pPr>
              <a:lnSpc>
                <a:spcPct val="100000"/>
              </a:lnSpc>
              <a:buNone/>
              <a:tabLst>
                <a:tab pos="0" algn="l"/>
              </a:tabLst>
            </a:pPr>
            <a:endParaRPr lang="en-US" sz="2000" b="0" strike="noStrike" spc="-1">
              <a:latin typeface="Arial"/>
            </a:endParaRPr>
          </a:p>
        </p:txBody>
      </p:sp>
      <p:sp>
        <p:nvSpPr>
          <p:cNvPr id="372" name="PlaceHolder 3"/>
          <p:cNvSpPr>
            <a:spLocks noGrp="1"/>
          </p:cNvSpPr>
          <p:nvPr>
            <p:ph type="sldNum" idx="12"/>
          </p:nvPr>
        </p:nvSpPr>
        <p:spPr>
          <a:xfrm>
            <a:off x="3970440" y="8829720"/>
            <a:ext cx="3038040" cy="464760"/>
          </a:xfrm>
          <a:prstGeom prst="rect">
            <a:avLst/>
          </a:prstGeom>
          <a:noFill/>
          <a:ln w="0">
            <a:noFill/>
          </a:ln>
        </p:spPr>
        <p:txBody>
          <a:bodyPr lIns="93240" tIns="46440" rIns="93240" bIns="46440" numCol="1" spcCol="0" anchor="b">
            <a:noAutofit/>
          </a:bodyPr>
          <a:lstStyle>
            <a:lvl1pPr algn="r">
              <a:lnSpc>
                <a:spcPct val="100000"/>
              </a:lnSpc>
              <a:buNone/>
              <a:defRPr lang="fr-CA" sz="1200" b="0" strike="noStrike" spc="-1">
                <a:latin typeface="Arial"/>
                <a:ea typeface="+mn-ea"/>
              </a:defRPr>
            </a:lvl1pPr>
          </a:lstStyle>
          <a:p>
            <a:pPr algn="r">
              <a:lnSpc>
                <a:spcPct val="100000"/>
              </a:lnSpc>
              <a:buNone/>
            </a:pPr>
            <a:fld id="{94AEF7D0-BECE-427A-9DAC-A00874492C6F}" type="slidenum">
              <a:rPr lang="fr-CA" sz="1200" b="0" strike="noStrike" spc="-1">
                <a:latin typeface="Arial"/>
                <a:ea typeface="+mn-ea"/>
              </a:rPr>
              <a:t>12</a:t>
            </a:fld>
            <a:endParaRPr lang="en-US" sz="1200" b="0" strike="noStrike" spc="-1">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PlaceHolder 1"/>
          <p:cNvSpPr>
            <a:spLocks noGrp="1" noRot="1" noChangeAspect="1"/>
          </p:cNvSpPr>
          <p:nvPr>
            <p:ph type="sldImg"/>
          </p:nvPr>
        </p:nvSpPr>
        <p:spPr>
          <a:xfrm>
            <a:off x="1181100" y="696913"/>
            <a:ext cx="4648200" cy="3486150"/>
          </a:xfrm>
          <a:prstGeom prst="rect">
            <a:avLst/>
          </a:prstGeom>
          <a:ln w="0">
            <a:noFill/>
          </a:ln>
        </p:spPr>
      </p:sp>
      <p:sp>
        <p:nvSpPr>
          <p:cNvPr id="374" name="PlaceHolder 2"/>
          <p:cNvSpPr>
            <a:spLocks noGrp="1"/>
          </p:cNvSpPr>
          <p:nvPr>
            <p:ph type="body"/>
          </p:nvPr>
        </p:nvSpPr>
        <p:spPr>
          <a:xfrm>
            <a:off x="701640" y="4416480"/>
            <a:ext cx="5606640" cy="4182840"/>
          </a:xfrm>
          <a:prstGeom prst="rect">
            <a:avLst/>
          </a:prstGeom>
          <a:noFill/>
          <a:ln w="0">
            <a:noFill/>
          </a:ln>
        </p:spPr>
        <p:txBody>
          <a:bodyPr lIns="93240" tIns="46440" rIns="93240" bIns="46440" numCol="1" spcCol="0" anchor="t">
            <a:noAutofit/>
          </a:bodyPr>
          <a:lstStyle/>
          <a:p>
            <a:pPr marL="216000" indent="-216000">
              <a:lnSpc>
                <a:spcPct val="100000"/>
              </a:lnSpc>
              <a:buNone/>
            </a:pPr>
            <a:r>
              <a:rPr sz="2000"/>
              <a:t/>
            </a:r>
            <a:br>
              <a:rPr sz="2000"/>
            </a:br>
            <a:r>
              <a:rPr lang="en-US" sz="2000" b="0" strike="noStrike" spc="-1">
                <a:latin typeface="Arial"/>
              </a:rPr>
              <a:t>3 composants de java</a:t>
            </a:r>
          </a:p>
          <a:p>
            <a:pPr marL="216000" indent="-216000">
              <a:lnSpc>
                <a:spcPct val="100000"/>
              </a:lnSpc>
              <a:buNone/>
            </a:pPr>
            <a:r>
              <a:rPr lang="fr-FR" sz="1200" b="0" strike="noStrike" spc="-1">
                <a:solidFill>
                  <a:srgbClr val="000000"/>
                </a:solidFill>
                <a:latin typeface="Arial"/>
                <a:ea typeface="+mn-ea"/>
              </a:rPr>
              <a:t>La JVM est le composant le plus fondamental. C'est elle qui exécute les programmes Java. Son rôle est de lire et exécuter le bytecode Java sur n'importe quel système d'exploitation.</a:t>
            </a:r>
            <a:endParaRPr lang="en-US" sz="1200" b="0" strike="noStrike" spc="-1">
              <a:latin typeface="Arial"/>
            </a:endParaRPr>
          </a:p>
          <a:p>
            <a:pPr marL="216000" indent="-216000">
              <a:lnSpc>
                <a:spcPct val="100000"/>
              </a:lnSpc>
              <a:buNone/>
            </a:pPr>
            <a:r>
              <a:rPr lang="en-US" sz="1200" b="0" strike="noStrike" spc="-1">
                <a:solidFill>
                  <a:srgbClr val="000000"/>
                </a:solidFill>
                <a:latin typeface="Arial"/>
                <a:ea typeface="+mn-ea"/>
              </a:rPr>
              <a:t>Comment fonctionne la JVM ?</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Ton code source (.java) est compilé par le compilateur javac en bytecode (.class)</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Le bytecode est un code intermédiaire, ni du code machine, ni du code source</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La JVM lit ce bytecode et le traduit en instructions compréhensibles par ton système d'exploitation</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Cette traduction se fait différemment selon l'OS, mais le bytecode lui reste identique</a:t>
            </a:r>
            <a:endParaRPr lang="en-US" sz="1200" b="0" strike="noStrike" spc="-1">
              <a:latin typeface="Arial"/>
            </a:endParaRPr>
          </a:p>
          <a:p>
            <a:pPr marL="216000" indent="-216000">
              <a:lnSpc>
                <a:spcPct val="100000"/>
              </a:lnSpc>
              <a:buNone/>
            </a:pP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Le JDK est le kit complet pour développer en Java. </a:t>
            </a:r>
            <a:r>
              <a:rPr lang="en-US" sz="1200" b="0" strike="noStrike" spc="-1">
                <a:solidFill>
                  <a:srgbClr val="000000"/>
                </a:solidFill>
                <a:latin typeface="Arial"/>
                <a:ea typeface="+mn-ea"/>
              </a:rPr>
              <a:t>Il contient :</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Le JRE complet (JVM + bibliothèques)</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Le compilateur javac : transforme ton code .java en bytecode .class</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javadoc : génère automatiquement la documentation de ton code</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jar : crée des archives .jar (comme des .zip pour distribuer ton application)</a:t>
            </a:r>
            <a:endParaRPr lang="en-US" sz="1200" b="0" strike="noStrike" spc="-1">
              <a:latin typeface="Arial"/>
            </a:endParaRPr>
          </a:p>
          <a:p>
            <a:pPr marL="216000" indent="-216000">
              <a:lnSpc>
                <a:spcPct val="100000"/>
              </a:lnSpc>
              <a:buNone/>
            </a:pPr>
            <a:r>
              <a:rPr lang="en-US" sz="1200" b="0" strike="noStrike" spc="-1">
                <a:solidFill>
                  <a:srgbClr val="000000"/>
                </a:solidFill>
                <a:latin typeface="Arial"/>
                <a:ea typeface="+mn-ea"/>
              </a:rPr>
              <a:t>jdb : le débogueur Java</a:t>
            </a:r>
            <a:endParaRPr lang="en-US" sz="1200" b="0" strike="noStrike" spc="-1">
              <a:latin typeface="Arial"/>
            </a:endParaRPr>
          </a:p>
          <a:p>
            <a:pPr marL="216000" indent="-216000">
              <a:lnSpc>
                <a:spcPct val="100000"/>
              </a:lnSpc>
              <a:buNone/>
            </a:pPr>
            <a:endParaRPr lang="en-US" sz="1200" b="0" strike="noStrike" spc="-1">
              <a:latin typeface="Arial"/>
            </a:endParaRPr>
          </a:p>
          <a:p>
            <a:pPr marL="216000" indent="-216000">
              <a:lnSpc>
                <a:spcPct val="100000"/>
              </a:lnSpc>
              <a:buNone/>
            </a:pPr>
            <a:endParaRPr lang="en-US" sz="1200" b="0" strike="noStrike" spc="-1">
              <a:latin typeface="Arial"/>
            </a:endParaRPr>
          </a:p>
        </p:txBody>
      </p:sp>
      <p:sp>
        <p:nvSpPr>
          <p:cNvPr id="375" name="PlaceHolder 3"/>
          <p:cNvSpPr>
            <a:spLocks noGrp="1"/>
          </p:cNvSpPr>
          <p:nvPr>
            <p:ph type="sldNum" idx="13"/>
          </p:nvPr>
        </p:nvSpPr>
        <p:spPr>
          <a:xfrm>
            <a:off x="3970440" y="8829720"/>
            <a:ext cx="3038040" cy="464760"/>
          </a:xfrm>
          <a:prstGeom prst="rect">
            <a:avLst/>
          </a:prstGeom>
          <a:noFill/>
          <a:ln w="0">
            <a:noFill/>
          </a:ln>
        </p:spPr>
        <p:txBody>
          <a:bodyPr lIns="93240" tIns="46440" rIns="93240" bIns="46440" numCol="1" spcCol="0" anchor="b">
            <a:noAutofit/>
          </a:bodyPr>
          <a:lstStyle>
            <a:lvl1pPr algn="r">
              <a:lnSpc>
                <a:spcPct val="100000"/>
              </a:lnSpc>
              <a:buNone/>
              <a:defRPr lang="fr-CA" sz="1200" b="0" strike="noStrike" spc="-1">
                <a:latin typeface="Arial"/>
                <a:ea typeface="+mn-ea"/>
              </a:defRPr>
            </a:lvl1pPr>
          </a:lstStyle>
          <a:p>
            <a:pPr algn="r">
              <a:lnSpc>
                <a:spcPct val="100000"/>
              </a:lnSpc>
              <a:buNone/>
            </a:pPr>
            <a:fld id="{60DC3A9E-5198-4EC0-89F5-1A5990FB3EC7}" type="slidenum">
              <a:rPr lang="fr-CA" sz="1200" b="0" strike="noStrike" spc="-1">
                <a:latin typeface="Arial"/>
                <a:ea typeface="+mn-ea"/>
              </a:rPr>
              <a:t>23</a:t>
            </a:fld>
            <a:endParaRPr lang="en-US" sz="1200" b="0" strike="noStrike" spc="-1">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99540-E358-E99D-66FD-DCAD4CE74E6A}"/>
            </a:ext>
          </a:extLst>
        </p:cNvPr>
        <p:cNvGrpSpPr/>
        <p:nvPr/>
      </p:nvGrpSpPr>
      <p:grpSpPr>
        <a:xfrm>
          <a:off x="0" y="0"/>
          <a:ext cx="0" cy="0"/>
          <a:chOff x="0" y="0"/>
          <a:chExt cx="0" cy="0"/>
        </a:xfrm>
      </p:grpSpPr>
      <p:sp>
        <p:nvSpPr>
          <p:cNvPr id="373" name="PlaceHolder 1">
            <a:extLst>
              <a:ext uri="{FF2B5EF4-FFF2-40B4-BE49-F238E27FC236}">
                <a16:creationId xmlns:a16="http://schemas.microsoft.com/office/drawing/2014/main" id="{F8239DEE-C316-8BEC-B516-2DEC5046D22A}"/>
              </a:ext>
            </a:extLst>
          </p:cNvPr>
          <p:cNvSpPr>
            <a:spLocks noGrp="1" noRot="1" noChangeAspect="1"/>
          </p:cNvSpPr>
          <p:nvPr>
            <p:ph type="sldImg"/>
          </p:nvPr>
        </p:nvSpPr>
        <p:spPr>
          <a:xfrm>
            <a:off x="1181100" y="696913"/>
            <a:ext cx="4648200" cy="3486150"/>
          </a:xfrm>
          <a:prstGeom prst="rect">
            <a:avLst/>
          </a:prstGeom>
          <a:ln w="0">
            <a:noFill/>
          </a:ln>
        </p:spPr>
      </p:sp>
      <p:sp>
        <p:nvSpPr>
          <p:cNvPr id="374" name="PlaceHolder 2">
            <a:extLst>
              <a:ext uri="{FF2B5EF4-FFF2-40B4-BE49-F238E27FC236}">
                <a16:creationId xmlns:a16="http://schemas.microsoft.com/office/drawing/2014/main" id="{1BE5752C-DA2C-333C-BA6D-4890EB6B940C}"/>
              </a:ext>
            </a:extLst>
          </p:cNvPr>
          <p:cNvSpPr>
            <a:spLocks noGrp="1"/>
          </p:cNvSpPr>
          <p:nvPr>
            <p:ph type="body"/>
          </p:nvPr>
        </p:nvSpPr>
        <p:spPr>
          <a:xfrm>
            <a:off x="701640" y="4416480"/>
            <a:ext cx="5606640" cy="4182840"/>
          </a:xfrm>
          <a:prstGeom prst="rect">
            <a:avLst/>
          </a:prstGeom>
          <a:noFill/>
          <a:ln w="0">
            <a:noFill/>
          </a:ln>
        </p:spPr>
        <p:txBody>
          <a:bodyPr lIns="93240" tIns="46440" rIns="93240" bIns="46440" numCol="1" spcCol="0" anchor="t">
            <a:noAutofit/>
          </a:bodyPr>
          <a:lstStyle/>
          <a:p>
            <a:pPr marL="216000" indent="-216000">
              <a:lnSpc>
                <a:spcPct val="100000"/>
              </a:lnSpc>
              <a:buNone/>
            </a:pPr>
            <a:r>
              <a:rPr sz="2000"/>
              <a:t/>
            </a:r>
            <a:br>
              <a:rPr sz="2000"/>
            </a:br>
            <a:r>
              <a:rPr lang="en-US" sz="2000" b="0" strike="noStrike" spc="-1">
                <a:latin typeface="Arial"/>
              </a:rPr>
              <a:t>3 composants de java</a:t>
            </a:r>
          </a:p>
          <a:p>
            <a:pPr marL="216000" indent="-216000">
              <a:lnSpc>
                <a:spcPct val="100000"/>
              </a:lnSpc>
              <a:buNone/>
            </a:pPr>
            <a:r>
              <a:rPr lang="fr-FR" sz="1200" b="0" strike="noStrike" spc="-1">
                <a:solidFill>
                  <a:srgbClr val="000000"/>
                </a:solidFill>
                <a:latin typeface="Arial"/>
                <a:ea typeface="+mn-ea"/>
              </a:rPr>
              <a:t>La JVM est le composant le plus fondamental. C'est elle qui exécute les programmes Java. Son rôle est de lire et exécuter le bytecode Java sur n'importe quel système d'exploitation.</a:t>
            </a:r>
            <a:endParaRPr lang="en-US" sz="1200" b="0" strike="noStrike" spc="-1">
              <a:latin typeface="Arial"/>
            </a:endParaRPr>
          </a:p>
          <a:p>
            <a:pPr marL="216000" indent="-216000">
              <a:lnSpc>
                <a:spcPct val="100000"/>
              </a:lnSpc>
              <a:buNone/>
            </a:pPr>
            <a:r>
              <a:rPr lang="en-US" sz="1200" b="0" strike="noStrike" spc="-1">
                <a:solidFill>
                  <a:srgbClr val="000000"/>
                </a:solidFill>
                <a:latin typeface="Arial"/>
                <a:ea typeface="+mn-ea"/>
              </a:rPr>
              <a:t>Comment fonctionne la JVM ?</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Ton code source (.java) est compilé par le compilateur javac en bytecode (.class)</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Le bytecode est un code intermédiaire, ni du code machine, ni du code source</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La JVM lit ce bytecode et le traduit en instructions compréhensibles par ton système d'exploitation</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Cette traduction se fait différemment selon l'OS, mais le bytecode lui reste identique</a:t>
            </a:r>
            <a:endParaRPr lang="en-US" sz="1200" b="0" strike="noStrike" spc="-1">
              <a:latin typeface="Arial"/>
            </a:endParaRPr>
          </a:p>
          <a:p>
            <a:pPr marL="216000" indent="-216000">
              <a:lnSpc>
                <a:spcPct val="100000"/>
              </a:lnSpc>
              <a:buNone/>
            </a:pP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Le JDK est le kit complet pour développer en Java. </a:t>
            </a:r>
            <a:r>
              <a:rPr lang="en-US" sz="1200" b="0" strike="noStrike" spc="-1">
                <a:solidFill>
                  <a:srgbClr val="000000"/>
                </a:solidFill>
                <a:latin typeface="Arial"/>
                <a:ea typeface="+mn-ea"/>
              </a:rPr>
              <a:t>Il contient :</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Le JRE complet (JVM + bibliothèques)</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Le compilateur javac : transforme ton code .java en bytecode .class</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javadoc : génère automatiquement la documentation de ton code</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jar : crée des archives .jar (comme des .zip pour distribuer ton application)</a:t>
            </a:r>
            <a:endParaRPr lang="en-US" sz="1200" b="0" strike="noStrike" spc="-1">
              <a:latin typeface="Arial"/>
            </a:endParaRPr>
          </a:p>
          <a:p>
            <a:pPr marL="216000" indent="-216000">
              <a:lnSpc>
                <a:spcPct val="100000"/>
              </a:lnSpc>
              <a:buNone/>
            </a:pPr>
            <a:r>
              <a:rPr lang="en-US" sz="1200" b="0" strike="noStrike" spc="-1">
                <a:solidFill>
                  <a:srgbClr val="000000"/>
                </a:solidFill>
                <a:latin typeface="Arial"/>
                <a:ea typeface="+mn-ea"/>
              </a:rPr>
              <a:t>jdb : le débogueur Java</a:t>
            </a:r>
            <a:endParaRPr lang="en-US" sz="1200" b="0" strike="noStrike" spc="-1">
              <a:latin typeface="Arial"/>
            </a:endParaRPr>
          </a:p>
          <a:p>
            <a:pPr marL="216000" indent="-216000">
              <a:lnSpc>
                <a:spcPct val="100000"/>
              </a:lnSpc>
              <a:buNone/>
            </a:pPr>
            <a:endParaRPr lang="en-US" sz="1200" b="0" strike="noStrike" spc="-1">
              <a:latin typeface="Arial"/>
            </a:endParaRPr>
          </a:p>
          <a:p>
            <a:pPr marL="216000" indent="-216000">
              <a:lnSpc>
                <a:spcPct val="100000"/>
              </a:lnSpc>
              <a:buNone/>
            </a:pPr>
            <a:endParaRPr lang="en-US" sz="1200" b="0" strike="noStrike" spc="-1">
              <a:latin typeface="Arial"/>
            </a:endParaRPr>
          </a:p>
        </p:txBody>
      </p:sp>
      <p:sp>
        <p:nvSpPr>
          <p:cNvPr id="375" name="PlaceHolder 3">
            <a:extLst>
              <a:ext uri="{FF2B5EF4-FFF2-40B4-BE49-F238E27FC236}">
                <a16:creationId xmlns:a16="http://schemas.microsoft.com/office/drawing/2014/main" id="{16FC5EB0-BB35-4B2A-6D58-30C90AD67A27}"/>
              </a:ext>
            </a:extLst>
          </p:cNvPr>
          <p:cNvSpPr>
            <a:spLocks noGrp="1"/>
          </p:cNvSpPr>
          <p:nvPr>
            <p:ph type="sldNum" idx="13"/>
          </p:nvPr>
        </p:nvSpPr>
        <p:spPr>
          <a:xfrm>
            <a:off x="3970440" y="8829720"/>
            <a:ext cx="3038040" cy="464760"/>
          </a:xfrm>
          <a:prstGeom prst="rect">
            <a:avLst/>
          </a:prstGeom>
          <a:noFill/>
          <a:ln w="0">
            <a:noFill/>
          </a:ln>
        </p:spPr>
        <p:txBody>
          <a:bodyPr lIns="93240" tIns="46440" rIns="93240" bIns="46440" numCol="1" spcCol="0" anchor="b">
            <a:noAutofit/>
          </a:bodyPr>
          <a:lstStyle>
            <a:lvl1pPr algn="r">
              <a:lnSpc>
                <a:spcPct val="100000"/>
              </a:lnSpc>
              <a:buNone/>
              <a:defRPr lang="fr-CA" sz="1200" b="0" strike="noStrike" spc="-1">
                <a:latin typeface="Arial"/>
                <a:ea typeface="+mn-ea"/>
              </a:defRPr>
            </a:lvl1pPr>
          </a:lstStyle>
          <a:p>
            <a:pPr algn="r">
              <a:lnSpc>
                <a:spcPct val="100000"/>
              </a:lnSpc>
              <a:buNone/>
            </a:pPr>
            <a:fld id="{60DC3A9E-5198-4EC0-89F5-1A5990FB3EC7}" type="slidenum">
              <a:rPr lang="fr-CA" sz="1200" b="0" strike="noStrike" spc="-1">
                <a:latin typeface="Arial"/>
                <a:ea typeface="+mn-ea"/>
              </a:rPr>
              <a:t>24</a:t>
            </a:fld>
            <a:endParaRPr lang="en-US" sz="1200" b="0" strike="noStrike" spc="-1">
              <a:latin typeface="Times New Roman"/>
            </a:endParaRPr>
          </a:p>
        </p:txBody>
      </p:sp>
    </p:spTree>
    <p:extLst>
      <p:ext uri="{BB962C8B-B14F-4D97-AF65-F5344CB8AC3E}">
        <p14:creationId xmlns:p14="http://schemas.microsoft.com/office/powerpoint/2010/main" val="3690968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PlaceHolder 1"/>
          <p:cNvSpPr>
            <a:spLocks noGrp="1" noRot="1" noChangeAspect="1"/>
          </p:cNvSpPr>
          <p:nvPr>
            <p:ph type="sldImg"/>
          </p:nvPr>
        </p:nvSpPr>
        <p:spPr>
          <a:xfrm>
            <a:off x="1181100" y="696913"/>
            <a:ext cx="4648200" cy="3486150"/>
          </a:xfrm>
          <a:prstGeom prst="rect">
            <a:avLst/>
          </a:prstGeom>
          <a:ln w="0">
            <a:noFill/>
          </a:ln>
        </p:spPr>
      </p:sp>
      <p:sp>
        <p:nvSpPr>
          <p:cNvPr id="377" name="PlaceHolder 2"/>
          <p:cNvSpPr>
            <a:spLocks noGrp="1"/>
          </p:cNvSpPr>
          <p:nvPr>
            <p:ph type="body"/>
          </p:nvPr>
        </p:nvSpPr>
        <p:spPr>
          <a:xfrm>
            <a:off x="701640" y="4416480"/>
            <a:ext cx="5606640" cy="4182840"/>
          </a:xfrm>
          <a:prstGeom prst="rect">
            <a:avLst/>
          </a:prstGeom>
          <a:noFill/>
          <a:ln w="0">
            <a:noFill/>
          </a:ln>
        </p:spPr>
        <p:txBody>
          <a:bodyPr lIns="93240" tIns="46440" rIns="93240" bIns="46440" numCol="1" spcCol="0" anchor="t">
            <a:noAutofit/>
          </a:bodyPr>
          <a:lstStyle/>
          <a:p>
            <a:pPr marL="216000" indent="-216000">
              <a:lnSpc>
                <a:spcPct val="100000"/>
              </a:lnSpc>
              <a:buNone/>
            </a:pPr>
            <a:r>
              <a:rPr sz="2000"/>
              <a:t/>
            </a:r>
            <a:br>
              <a:rPr sz="2000"/>
            </a:br>
            <a:r>
              <a:rPr lang="en-US" sz="2000" b="0" strike="noStrike" spc="-1">
                <a:latin typeface="Arial"/>
              </a:rPr>
              <a:t>3 composants de java</a:t>
            </a:r>
          </a:p>
          <a:p>
            <a:pPr marL="216000" indent="-216000">
              <a:lnSpc>
                <a:spcPct val="100000"/>
              </a:lnSpc>
              <a:buNone/>
            </a:pPr>
            <a:r>
              <a:rPr lang="fr-FR" sz="1200" b="0" strike="noStrike" spc="-1">
                <a:solidFill>
                  <a:srgbClr val="000000"/>
                </a:solidFill>
                <a:latin typeface="Arial"/>
                <a:ea typeface="+mn-ea"/>
              </a:rPr>
              <a:t>La JVM est le composant le plus fondamental. C'est elle qui exécute les programmes Java. Son rôle est de lire et exécuter le bytecode Java sur n'importe quel système d'exploitation.</a:t>
            </a:r>
            <a:endParaRPr lang="en-US" sz="1200" b="0" strike="noStrike" spc="-1">
              <a:latin typeface="Arial"/>
            </a:endParaRPr>
          </a:p>
          <a:p>
            <a:pPr marL="216000" indent="-216000">
              <a:lnSpc>
                <a:spcPct val="100000"/>
              </a:lnSpc>
              <a:buNone/>
            </a:pPr>
            <a:r>
              <a:rPr lang="en-US" sz="1200" b="0" strike="noStrike" spc="-1">
                <a:solidFill>
                  <a:srgbClr val="000000"/>
                </a:solidFill>
                <a:latin typeface="Arial"/>
                <a:ea typeface="+mn-ea"/>
              </a:rPr>
              <a:t>Comment fonctionne la JVM ?</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Ton code source (.java) est compilé par le compilateur javac en bytecode (.class)</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Le bytecode est un code intermédiaire, ni du code machine, ni du code source</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La JVM lit ce bytecode et le traduit en instructions compréhensibles par ton système d'exploitation</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Cette traduction se fait différemment selon l'OS, mais le bytecode lui reste identique</a:t>
            </a:r>
            <a:endParaRPr lang="en-US" sz="1200" b="0" strike="noStrike" spc="-1">
              <a:latin typeface="Arial"/>
            </a:endParaRPr>
          </a:p>
          <a:p>
            <a:pPr marL="216000" indent="-216000">
              <a:lnSpc>
                <a:spcPct val="100000"/>
              </a:lnSpc>
              <a:buNone/>
            </a:pPr>
            <a:endParaRPr lang="en-US" sz="1200" b="0" strike="noStrike" spc="-1">
              <a:latin typeface="Arial"/>
            </a:endParaRPr>
          </a:p>
          <a:p>
            <a:pPr marL="216000" indent="-216000">
              <a:lnSpc>
                <a:spcPct val="100000"/>
              </a:lnSpc>
              <a:buNone/>
            </a:pP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Le JDK est le kit complet pour développer en Java. </a:t>
            </a:r>
            <a:r>
              <a:rPr lang="en-US" sz="1200" b="0" strike="noStrike" spc="-1">
                <a:solidFill>
                  <a:srgbClr val="000000"/>
                </a:solidFill>
                <a:latin typeface="Arial"/>
                <a:ea typeface="+mn-ea"/>
              </a:rPr>
              <a:t>Il contient :</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Le JRE complet (JVM + bibliothèques)</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Le compilateur javac : transforme ton code .java en bytecode .class</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javadoc : génère automatiquement la documentation de ton code</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jar : crée des archives .jar (comme des .zip pour distribuer ton application)</a:t>
            </a:r>
            <a:endParaRPr lang="en-US" sz="1200" b="0" strike="noStrike" spc="-1">
              <a:latin typeface="Arial"/>
            </a:endParaRPr>
          </a:p>
          <a:p>
            <a:pPr marL="216000" indent="-216000">
              <a:lnSpc>
                <a:spcPct val="100000"/>
              </a:lnSpc>
              <a:buNone/>
            </a:pPr>
            <a:r>
              <a:rPr lang="en-US" sz="1200" b="0" strike="noStrike" spc="-1">
                <a:solidFill>
                  <a:srgbClr val="000000"/>
                </a:solidFill>
                <a:latin typeface="Arial"/>
                <a:ea typeface="+mn-ea"/>
              </a:rPr>
              <a:t>jdb : le débogueur Java</a:t>
            </a:r>
            <a:endParaRPr lang="en-US" sz="1200" b="0" strike="noStrike" spc="-1">
              <a:latin typeface="Arial"/>
            </a:endParaRPr>
          </a:p>
          <a:p>
            <a:pPr marL="216000" indent="-216000">
              <a:lnSpc>
                <a:spcPct val="100000"/>
              </a:lnSpc>
              <a:buNone/>
            </a:pPr>
            <a:r>
              <a:rPr lang="fr-FR" sz="1200" b="0" strike="noStrike" spc="-1">
                <a:solidFill>
                  <a:srgbClr val="000000"/>
                </a:solidFill>
                <a:latin typeface="Arial"/>
                <a:ea typeface="+mn-ea"/>
              </a:rPr>
              <a:t>Et bien d'autres outils de développement...</a:t>
            </a:r>
            <a:endParaRPr lang="en-US" sz="1200" b="0" strike="noStrike" spc="-1">
              <a:latin typeface="Arial"/>
            </a:endParaRPr>
          </a:p>
          <a:p>
            <a:pPr marL="216000" indent="-216000">
              <a:lnSpc>
                <a:spcPct val="100000"/>
              </a:lnSpc>
              <a:buNone/>
            </a:pPr>
            <a:endParaRPr lang="en-US" sz="1200" b="0" strike="noStrike" spc="-1">
              <a:latin typeface="Arial"/>
            </a:endParaRPr>
          </a:p>
          <a:p>
            <a:pPr marL="216000" indent="-216000">
              <a:lnSpc>
                <a:spcPct val="100000"/>
              </a:lnSpc>
              <a:buNone/>
            </a:pPr>
            <a:endParaRPr lang="en-US" sz="1200" b="0" strike="noStrike" spc="-1">
              <a:latin typeface="Arial"/>
            </a:endParaRPr>
          </a:p>
          <a:p>
            <a:pPr marL="216000" indent="-216000">
              <a:lnSpc>
                <a:spcPct val="100000"/>
              </a:lnSpc>
              <a:buNone/>
            </a:pPr>
            <a:endParaRPr lang="en-US" sz="1200" b="0" strike="noStrike" spc="-1">
              <a:latin typeface="Arial"/>
            </a:endParaRPr>
          </a:p>
        </p:txBody>
      </p:sp>
      <p:sp>
        <p:nvSpPr>
          <p:cNvPr id="378" name="PlaceHolder 3"/>
          <p:cNvSpPr>
            <a:spLocks noGrp="1"/>
          </p:cNvSpPr>
          <p:nvPr>
            <p:ph type="sldNum" idx="14"/>
          </p:nvPr>
        </p:nvSpPr>
        <p:spPr>
          <a:xfrm>
            <a:off x="3970440" y="8829720"/>
            <a:ext cx="3038040" cy="464760"/>
          </a:xfrm>
          <a:prstGeom prst="rect">
            <a:avLst/>
          </a:prstGeom>
          <a:noFill/>
          <a:ln w="0">
            <a:noFill/>
          </a:ln>
        </p:spPr>
        <p:txBody>
          <a:bodyPr lIns="93240" tIns="46440" rIns="93240" bIns="46440" numCol="1" spcCol="0" anchor="b">
            <a:noAutofit/>
          </a:bodyPr>
          <a:lstStyle>
            <a:lvl1pPr algn="r">
              <a:lnSpc>
                <a:spcPct val="100000"/>
              </a:lnSpc>
              <a:buNone/>
              <a:defRPr lang="fr-CA" sz="1200" b="0" strike="noStrike" spc="-1">
                <a:latin typeface="Arial"/>
                <a:ea typeface="+mn-ea"/>
              </a:defRPr>
            </a:lvl1pPr>
          </a:lstStyle>
          <a:p>
            <a:pPr algn="r">
              <a:lnSpc>
                <a:spcPct val="100000"/>
              </a:lnSpc>
              <a:buNone/>
            </a:pPr>
            <a:fld id="{35BE4C65-4D57-4801-BB82-5DF1E119A4A9}" type="slidenum">
              <a:rPr lang="fr-CA" sz="1200" b="0" strike="noStrike" spc="-1">
                <a:latin typeface="Arial"/>
                <a:ea typeface="+mn-ea"/>
              </a:rPr>
              <a:t>25</a:t>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9"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20" name="PlaceHolder 2"/>
          <p:cNvSpPr>
            <a:spLocks noGrp="1"/>
          </p:cNvSpPr>
          <p:nvPr>
            <p:ph type="subTitle"/>
          </p:nvPr>
        </p:nvSpPr>
        <p:spPr>
          <a:xfrm>
            <a:off x="679320" y="1125360"/>
            <a:ext cx="8213400" cy="475092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22" name="PlaceHolder 2"/>
          <p:cNvSpPr>
            <a:spLocks noGrp="1"/>
          </p:cNvSpPr>
          <p:nvPr>
            <p:ph/>
          </p:nvPr>
        </p:nvSpPr>
        <p:spPr>
          <a:xfrm>
            <a:off x="679320" y="1125360"/>
            <a:ext cx="821340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24" name="PlaceHolder 2"/>
          <p:cNvSpPr>
            <a:spLocks noGrp="1"/>
          </p:cNvSpPr>
          <p:nvPr>
            <p:ph/>
          </p:nvPr>
        </p:nvSpPr>
        <p:spPr>
          <a:xfrm>
            <a:off x="67932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25" name="PlaceHolder 3"/>
          <p:cNvSpPr>
            <a:spLocks noGrp="1"/>
          </p:cNvSpPr>
          <p:nvPr>
            <p:ph/>
          </p:nvPr>
        </p:nvSpPr>
        <p:spPr>
          <a:xfrm>
            <a:off x="488808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6"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7" name="PlaceHolder 1"/>
          <p:cNvSpPr>
            <a:spLocks noGrp="1"/>
          </p:cNvSpPr>
          <p:nvPr>
            <p:ph type="subTitle"/>
          </p:nvPr>
        </p:nvSpPr>
        <p:spPr>
          <a:xfrm>
            <a:off x="684360" y="-189000"/>
            <a:ext cx="8208720" cy="52977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29" name="PlaceHolder 2"/>
          <p:cNvSpPr>
            <a:spLocks noGrp="1"/>
          </p:cNvSpPr>
          <p:nvPr>
            <p:ph/>
          </p:nvPr>
        </p:nvSpPr>
        <p:spPr>
          <a:xfrm>
            <a:off x="67932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30" name="PlaceHolder 3"/>
          <p:cNvSpPr>
            <a:spLocks noGrp="1"/>
          </p:cNvSpPr>
          <p:nvPr>
            <p:ph/>
          </p:nvPr>
        </p:nvSpPr>
        <p:spPr>
          <a:xfrm>
            <a:off x="488808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31" name="PlaceHolder 4"/>
          <p:cNvSpPr>
            <a:spLocks noGrp="1"/>
          </p:cNvSpPr>
          <p:nvPr>
            <p:ph/>
          </p:nvPr>
        </p:nvSpPr>
        <p:spPr>
          <a:xfrm>
            <a:off x="67932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33" name="PlaceHolder 2"/>
          <p:cNvSpPr>
            <a:spLocks noGrp="1"/>
          </p:cNvSpPr>
          <p:nvPr>
            <p:ph/>
          </p:nvPr>
        </p:nvSpPr>
        <p:spPr>
          <a:xfrm>
            <a:off x="67932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34" name="PlaceHolder 3"/>
          <p:cNvSpPr>
            <a:spLocks noGrp="1"/>
          </p:cNvSpPr>
          <p:nvPr>
            <p:ph/>
          </p:nvPr>
        </p:nvSpPr>
        <p:spPr>
          <a:xfrm>
            <a:off x="488808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35" name="PlaceHolder 4"/>
          <p:cNvSpPr>
            <a:spLocks noGrp="1"/>
          </p:cNvSpPr>
          <p:nvPr>
            <p:ph/>
          </p:nvPr>
        </p:nvSpPr>
        <p:spPr>
          <a:xfrm>
            <a:off x="488808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37" name="PlaceHolder 2"/>
          <p:cNvSpPr>
            <a:spLocks noGrp="1"/>
          </p:cNvSpPr>
          <p:nvPr>
            <p:ph/>
          </p:nvPr>
        </p:nvSpPr>
        <p:spPr>
          <a:xfrm>
            <a:off x="67932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38" name="PlaceHolder 3"/>
          <p:cNvSpPr>
            <a:spLocks noGrp="1"/>
          </p:cNvSpPr>
          <p:nvPr>
            <p:ph/>
          </p:nvPr>
        </p:nvSpPr>
        <p:spPr>
          <a:xfrm>
            <a:off x="488808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39" name="PlaceHolder 4"/>
          <p:cNvSpPr>
            <a:spLocks noGrp="1"/>
          </p:cNvSpPr>
          <p:nvPr>
            <p:ph/>
          </p:nvPr>
        </p:nvSpPr>
        <p:spPr>
          <a:xfrm>
            <a:off x="679320" y="3606840"/>
            <a:ext cx="821340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41" name="PlaceHolder 2"/>
          <p:cNvSpPr>
            <a:spLocks noGrp="1"/>
          </p:cNvSpPr>
          <p:nvPr>
            <p:ph/>
          </p:nvPr>
        </p:nvSpPr>
        <p:spPr>
          <a:xfrm>
            <a:off x="679320" y="1125360"/>
            <a:ext cx="821340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42" name="PlaceHolder 3"/>
          <p:cNvSpPr>
            <a:spLocks noGrp="1"/>
          </p:cNvSpPr>
          <p:nvPr>
            <p:ph/>
          </p:nvPr>
        </p:nvSpPr>
        <p:spPr>
          <a:xfrm>
            <a:off x="679320" y="3606840"/>
            <a:ext cx="821340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44" name="PlaceHolder 2"/>
          <p:cNvSpPr>
            <a:spLocks noGrp="1"/>
          </p:cNvSpPr>
          <p:nvPr>
            <p:ph/>
          </p:nvPr>
        </p:nvSpPr>
        <p:spPr>
          <a:xfrm>
            <a:off x="67932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45" name="PlaceHolder 3"/>
          <p:cNvSpPr>
            <a:spLocks noGrp="1"/>
          </p:cNvSpPr>
          <p:nvPr>
            <p:ph/>
          </p:nvPr>
        </p:nvSpPr>
        <p:spPr>
          <a:xfrm>
            <a:off x="488808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46" name="PlaceHolder 4"/>
          <p:cNvSpPr>
            <a:spLocks noGrp="1"/>
          </p:cNvSpPr>
          <p:nvPr>
            <p:ph/>
          </p:nvPr>
        </p:nvSpPr>
        <p:spPr>
          <a:xfrm>
            <a:off x="67932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47" name="PlaceHolder 5"/>
          <p:cNvSpPr>
            <a:spLocks noGrp="1"/>
          </p:cNvSpPr>
          <p:nvPr>
            <p:ph/>
          </p:nvPr>
        </p:nvSpPr>
        <p:spPr>
          <a:xfrm>
            <a:off x="488808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49" name="PlaceHolder 2"/>
          <p:cNvSpPr>
            <a:spLocks noGrp="1"/>
          </p:cNvSpPr>
          <p:nvPr>
            <p:ph/>
          </p:nvPr>
        </p:nvSpPr>
        <p:spPr>
          <a:xfrm>
            <a:off x="679320" y="112536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50" name="PlaceHolder 3"/>
          <p:cNvSpPr>
            <a:spLocks noGrp="1"/>
          </p:cNvSpPr>
          <p:nvPr>
            <p:ph/>
          </p:nvPr>
        </p:nvSpPr>
        <p:spPr>
          <a:xfrm>
            <a:off x="3456360" y="112536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51" name="PlaceHolder 4"/>
          <p:cNvSpPr>
            <a:spLocks noGrp="1"/>
          </p:cNvSpPr>
          <p:nvPr>
            <p:ph/>
          </p:nvPr>
        </p:nvSpPr>
        <p:spPr>
          <a:xfrm>
            <a:off x="6233760" y="112536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52" name="PlaceHolder 5"/>
          <p:cNvSpPr>
            <a:spLocks noGrp="1"/>
          </p:cNvSpPr>
          <p:nvPr>
            <p:ph/>
          </p:nvPr>
        </p:nvSpPr>
        <p:spPr>
          <a:xfrm>
            <a:off x="679320" y="360684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53" name="PlaceHolder 6"/>
          <p:cNvSpPr>
            <a:spLocks noGrp="1"/>
          </p:cNvSpPr>
          <p:nvPr>
            <p:ph/>
          </p:nvPr>
        </p:nvSpPr>
        <p:spPr>
          <a:xfrm>
            <a:off x="3456360" y="360684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54" name="PlaceHolder 7"/>
          <p:cNvSpPr>
            <a:spLocks noGrp="1"/>
          </p:cNvSpPr>
          <p:nvPr>
            <p:ph/>
          </p:nvPr>
        </p:nvSpPr>
        <p:spPr>
          <a:xfrm>
            <a:off x="6233760" y="360684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2"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63" name="PlaceHolder 2"/>
          <p:cNvSpPr>
            <a:spLocks noGrp="1"/>
          </p:cNvSpPr>
          <p:nvPr>
            <p:ph type="subTitle"/>
          </p:nvPr>
        </p:nvSpPr>
        <p:spPr>
          <a:xfrm>
            <a:off x="679320" y="1125360"/>
            <a:ext cx="8213400" cy="475092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65" name="PlaceHolder 2"/>
          <p:cNvSpPr>
            <a:spLocks noGrp="1"/>
          </p:cNvSpPr>
          <p:nvPr>
            <p:ph/>
          </p:nvPr>
        </p:nvSpPr>
        <p:spPr>
          <a:xfrm>
            <a:off x="679320" y="1125360"/>
            <a:ext cx="821340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67" name="PlaceHolder 2"/>
          <p:cNvSpPr>
            <a:spLocks noGrp="1"/>
          </p:cNvSpPr>
          <p:nvPr>
            <p:ph/>
          </p:nvPr>
        </p:nvSpPr>
        <p:spPr>
          <a:xfrm>
            <a:off x="67932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68" name="PlaceHolder 3"/>
          <p:cNvSpPr>
            <a:spLocks noGrp="1"/>
          </p:cNvSpPr>
          <p:nvPr>
            <p:ph/>
          </p:nvPr>
        </p:nvSpPr>
        <p:spPr>
          <a:xfrm>
            <a:off x="488808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9"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Tree>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70" name="PlaceHolder 1"/>
          <p:cNvSpPr>
            <a:spLocks noGrp="1"/>
          </p:cNvSpPr>
          <p:nvPr>
            <p:ph type="subTitle"/>
          </p:nvPr>
        </p:nvSpPr>
        <p:spPr>
          <a:xfrm>
            <a:off x="684360" y="-189000"/>
            <a:ext cx="8208720" cy="52977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72" name="PlaceHolder 2"/>
          <p:cNvSpPr>
            <a:spLocks noGrp="1"/>
          </p:cNvSpPr>
          <p:nvPr>
            <p:ph/>
          </p:nvPr>
        </p:nvSpPr>
        <p:spPr>
          <a:xfrm>
            <a:off x="67932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73" name="PlaceHolder 3"/>
          <p:cNvSpPr>
            <a:spLocks noGrp="1"/>
          </p:cNvSpPr>
          <p:nvPr>
            <p:ph/>
          </p:nvPr>
        </p:nvSpPr>
        <p:spPr>
          <a:xfrm>
            <a:off x="488808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74" name="PlaceHolder 4"/>
          <p:cNvSpPr>
            <a:spLocks noGrp="1"/>
          </p:cNvSpPr>
          <p:nvPr>
            <p:ph/>
          </p:nvPr>
        </p:nvSpPr>
        <p:spPr>
          <a:xfrm>
            <a:off x="67932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76" name="PlaceHolder 2"/>
          <p:cNvSpPr>
            <a:spLocks noGrp="1"/>
          </p:cNvSpPr>
          <p:nvPr>
            <p:ph/>
          </p:nvPr>
        </p:nvSpPr>
        <p:spPr>
          <a:xfrm>
            <a:off x="67932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77" name="PlaceHolder 3"/>
          <p:cNvSpPr>
            <a:spLocks noGrp="1"/>
          </p:cNvSpPr>
          <p:nvPr>
            <p:ph/>
          </p:nvPr>
        </p:nvSpPr>
        <p:spPr>
          <a:xfrm>
            <a:off x="488808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78" name="PlaceHolder 4"/>
          <p:cNvSpPr>
            <a:spLocks noGrp="1"/>
          </p:cNvSpPr>
          <p:nvPr>
            <p:ph/>
          </p:nvPr>
        </p:nvSpPr>
        <p:spPr>
          <a:xfrm>
            <a:off x="488808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80" name="PlaceHolder 2"/>
          <p:cNvSpPr>
            <a:spLocks noGrp="1"/>
          </p:cNvSpPr>
          <p:nvPr>
            <p:ph/>
          </p:nvPr>
        </p:nvSpPr>
        <p:spPr>
          <a:xfrm>
            <a:off x="67932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81" name="PlaceHolder 3"/>
          <p:cNvSpPr>
            <a:spLocks noGrp="1"/>
          </p:cNvSpPr>
          <p:nvPr>
            <p:ph/>
          </p:nvPr>
        </p:nvSpPr>
        <p:spPr>
          <a:xfrm>
            <a:off x="488808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82" name="PlaceHolder 4"/>
          <p:cNvSpPr>
            <a:spLocks noGrp="1"/>
          </p:cNvSpPr>
          <p:nvPr>
            <p:ph/>
          </p:nvPr>
        </p:nvSpPr>
        <p:spPr>
          <a:xfrm>
            <a:off x="679320" y="3606840"/>
            <a:ext cx="821340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84" name="PlaceHolder 2"/>
          <p:cNvSpPr>
            <a:spLocks noGrp="1"/>
          </p:cNvSpPr>
          <p:nvPr>
            <p:ph/>
          </p:nvPr>
        </p:nvSpPr>
        <p:spPr>
          <a:xfrm>
            <a:off x="679320" y="1125360"/>
            <a:ext cx="821340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85" name="PlaceHolder 3"/>
          <p:cNvSpPr>
            <a:spLocks noGrp="1"/>
          </p:cNvSpPr>
          <p:nvPr>
            <p:ph/>
          </p:nvPr>
        </p:nvSpPr>
        <p:spPr>
          <a:xfrm>
            <a:off x="679320" y="3606840"/>
            <a:ext cx="821340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87" name="PlaceHolder 2"/>
          <p:cNvSpPr>
            <a:spLocks noGrp="1"/>
          </p:cNvSpPr>
          <p:nvPr>
            <p:ph/>
          </p:nvPr>
        </p:nvSpPr>
        <p:spPr>
          <a:xfrm>
            <a:off x="67932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88" name="PlaceHolder 3"/>
          <p:cNvSpPr>
            <a:spLocks noGrp="1"/>
          </p:cNvSpPr>
          <p:nvPr>
            <p:ph/>
          </p:nvPr>
        </p:nvSpPr>
        <p:spPr>
          <a:xfrm>
            <a:off x="488808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89" name="PlaceHolder 4"/>
          <p:cNvSpPr>
            <a:spLocks noGrp="1"/>
          </p:cNvSpPr>
          <p:nvPr>
            <p:ph/>
          </p:nvPr>
        </p:nvSpPr>
        <p:spPr>
          <a:xfrm>
            <a:off x="67932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90" name="PlaceHolder 5"/>
          <p:cNvSpPr>
            <a:spLocks noGrp="1"/>
          </p:cNvSpPr>
          <p:nvPr>
            <p:ph/>
          </p:nvPr>
        </p:nvSpPr>
        <p:spPr>
          <a:xfrm>
            <a:off x="488808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92" name="PlaceHolder 2"/>
          <p:cNvSpPr>
            <a:spLocks noGrp="1"/>
          </p:cNvSpPr>
          <p:nvPr>
            <p:ph/>
          </p:nvPr>
        </p:nvSpPr>
        <p:spPr>
          <a:xfrm>
            <a:off x="679320" y="112536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93" name="PlaceHolder 3"/>
          <p:cNvSpPr>
            <a:spLocks noGrp="1"/>
          </p:cNvSpPr>
          <p:nvPr>
            <p:ph/>
          </p:nvPr>
        </p:nvSpPr>
        <p:spPr>
          <a:xfrm>
            <a:off x="3456360" y="112536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94" name="PlaceHolder 4"/>
          <p:cNvSpPr>
            <a:spLocks noGrp="1"/>
          </p:cNvSpPr>
          <p:nvPr>
            <p:ph/>
          </p:nvPr>
        </p:nvSpPr>
        <p:spPr>
          <a:xfrm>
            <a:off x="6233760" y="112536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95" name="PlaceHolder 5"/>
          <p:cNvSpPr>
            <a:spLocks noGrp="1"/>
          </p:cNvSpPr>
          <p:nvPr>
            <p:ph/>
          </p:nvPr>
        </p:nvSpPr>
        <p:spPr>
          <a:xfrm>
            <a:off x="679320" y="360684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96" name="PlaceHolder 6"/>
          <p:cNvSpPr>
            <a:spLocks noGrp="1"/>
          </p:cNvSpPr>
          <p:nvPr>
            <p:ph/>
          </p:nvPr>
        </p:nvSpPr>
        <p:spPr>
          <a:xfrm>
            <a:off x="3456360" y="360684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97" name="PlaceHolder 7"/>
          <p:cNvSpPr>
            <a:spLocks noGrp="1"/>
          </p:cNvSpPr>
          <p:nvPr>
            <p:ph/>
          </p:nvPr>
        </p:nvSpPr>
        <p:spPr>
          <a:xfrm>
            <a:off x="6233760" y="360684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5"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06" name="PlaceHolder 2"/>
          <p:cNvSpPr>
            <a:spLocks noGrp="1"/>
          </p:cNvSpPr>
          <p:nvPr>
            <p:ph type="subTitle"/>
          </p:nvPr>
        </p:nvSpPr>
        <p:spPr>
          <a:xfrm>
            <a:off x="679320" y="1125360"/>
            <a:ext cx="8213400" cy="475092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08" name="PlaceHolder 2"/>
          <p:cNvSpPr>
            <a:spLocks noGrp="1"/>
          </p:cNvSpPr>
          <p:nvPr>
            <p:ph/>
          </p:nvPr>
        </p:nvSpPr>
        <p:spPr>
          <a:xfrm>
            <a:off x="679320" y="1125360"/>
            <a:ext cx="821340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10" name="PlaceHolder 2"/>
          <p:cNvSpPr>
            <a:spLocks noGrp="1"/>
          </p:cNvSpPr>
          <p:nvPr>
            <p:ph/>
          </p:nvPr>
        </p:nvSpPr>
        <p:spPr>
          <a:xfrm>
            <a:off x="67932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11" name="PlaceHolder 3"/>
          <p:cNvSpPr>
            <a:spLocks noGrp="1"/>
          </p:cNvSpPr>
          <p:nvPr>
            <p:ph/>
          </p:nvPr>
        </p:nvSpPr>
        <p:spPr>
          <a:xfrm>
            <a:off x="488808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2"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Tree>
  </p:cSld>
  <p:clrMapOvr>
    <a:masterClrMapping/>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3" name="PlaceHolder 1"/>
          <p:cNvSpPr>
            <a:spLocks noGrp="1"/>
          </p:cNvSpPr>
          <p:nvPr>
            <p:ph type="subTitle"/>
          </p:nvPr>
        </p:nvSpPr>
        <p:spPr>
          <a:xfrm>
            <a:off x="684360" y="-189000"/>
            <a:ext cx="8208720" cy="52977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15" name="PlaceHolder 2"/>
          <p:cNvSpPr>
            <a:spLocks noGrp="1"/>
          </p:cNvSpPr>
          <p:nvPr>
            <p:ph/>
          </p:nvPr>
        </p:nvSpPr>
        <p:spPr>
          <a:xfrm>
            <a:off x="67932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16" name="PlaceHolder 3"/>
          <p:cNvSpPr>
            <a:spLocks noGrp="1"/>
          </p:cNvSpPr>
          <p:nvPr>
            <p:ph/>
          </p:nvPr>
        </p:nvSpPr>
        <p:spPr>
          <a:xfrm>
            <a:off x="488808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17" name="PlaceHolder 4"/>
          <p:cNvSpPr>
            <a:spLocks noGrp="1"/>
          </p:cNvSpPr>
          <p:nvPr>
            <p:ph/>
          </p:nvPr>
        </p:nvSpPr>
        <p:spPr>
          <a:xfrm>
            <a:off x="67932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19" name="PlaceHolder 2"/>
          <p:cNvSpPr>
            <a:spLocks noGrp="1"/>
          </p:cNvSpPr>
          <p:nvPr>
            <p:ph/>
          </p:nvPr>
        </p:nvSpPr>
        <p:spPr>
          <a:xfrm>
            <a:off x="67932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20" name="PlaceHolder 3"/>
          <p:cNvSpPr>
            <a:spLocks noGrp="1"/>
          </p:cNvSpPr>
          <p:nvPr>
            <p:ph/>
          </p:nvPr>
        </p:nvSpPr>
        <p:spPr>
          <a:xfrm>
            <a:off x="488808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21" name="PlaceHolder 4"/>
          <p:cNvSpPr>
            <a:spLocks noGrp="1"/>
          </p:cNvSpPr>
          <p:nvPr>
            <p:ph/>
          </p:nvPr>
        </p:nvSpPr>
        <p:spPr>
          <a:xfrm>
            <a:off x="488808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23" name="PlaceHolder 2"/>
          <p:cNvSpPr>
            <a:spLocks noGrp="1"/>
          </p:cNvSpPr>
          <p:nvPr>
            <p:ph/>
          </p:nvPr>
        </p:nvSpPr>
        <p:spPr>
          <a:xfrm>
            <a:off x="67932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24" name="PlaceHolder 3"/>
          <p:cNvSpPr>
            <a:spLocks noGrp="1"/>
          </p:cNvSpPr>
          <p:nvPr>
            <p:ph/>
          </p:nvPr>
        </p:nvSpPr>
        <p:spPr>
          <a:xfrm>
            <a:off x="488808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25" name="PlaceHolder 4"/>
          <p:cNvSpPr>
            <a:spLocks noGrp="1"/>
          </p:cNvSpPr>
          <p:nvPr>
            <p:ph/>
          </p:nvPr>
        </p:nvSpPr>
        <p:spPr>
          <a:xfrm>
            <a:off x="679320" y="3606840"/>
            <a:ext cx="821340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27" name="PlaceHolder 2"/>
          <p:cNvSpPr>
            <a:spLocks noGrp="1"/>
          </p:cNvSpPr>
          <p:nvPr>
            <p:ph/>
          </p:nvPr>
        </p:nvSpPr>
        <p:spPr>
          <a:xfrm>
            <a:off x="679320" y="1125360"/>
            <a:ext cx="821340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28" name="PlaceHolder 3"/>
          <p:cNvSpPr>
            <a:spLocks noGrp="1"/>
          </p:cNvSpPr>
          <p:nvPr>
            <p:ph/>
          </p:nvPr>
        </p:nvSpPr>
        <p:spPr>
          <a:xfrm>
            <a:off x="679320" y="3606840"/>
            <a:ext cx="821340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30" name="PlaceHolder 2"/>
          <p:cNvSpPr>
            <a:spLocks noGrp="1"/>
          </p:cNvSpPr>
          <p:nvPr>
            <p:ph/>
          </p:nvPr>
        </p:nvSpPr>
        <p:spPr>
          <a:xfrm>
            <a:off x="67932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31" name="PlaceHolder 3"/>
          <p:cNvSpPr>
            <a:spLocks noGrp="1"/>
          </p:cNvSpPr>
          <p:nvPr>
            <p:ph/>
          </p:nvPr>
        </p:nvSpPr>
        <p:spPr>
          <a:xfrm>
            <a:off x="488808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32" name="PlaceHolder 4"/>
          <p:cNvSpPr>
            <a:spLocks noGrp="1"/>
          </p:cNvSpPr>
          <p:nvPr>
            <p:ph/>
          </p:nvPr>
        </p:nvSpPr>
        <p:spPr>
          <a:xfrm>
            <a:off x="67932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33" name="PlaceHolder 5"/>
          <p:cNvSpPr>
            <a:spLocks noGrp="1"/>
          </p:cNvSpPr>
          <p:nvPr>
            <p:ph/>
          </p:nvPr>
        </p:nvSpPr>
        <p:spPr>
          <a:xfrm>
            <a:off x="488808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35" name="PlaceHolder 2"/>
          <p:cNvSpPr>
            <a:spLocks noGrp="1"/>
          </p:cNvSpPr>
          <p:nvPr>
            <p:ph/>
          </p:nvPr>
        </p:nvSpPr>
        <p:spPr>
          <a:xfrm>
            <a:off x="679320" y="112536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36" name="PlaceHolder 3"/>
          <p:cNvSpPr>
            <a:spLocks noGrp="1"/>
          </p:cNvSpPr>
          <p:nvPr>
            <p:ph/>
          </p:nvPr>
        </p:nvSpPr>
        <p:spPr>
          <a:xfrm>
            <a:off x="3456360" y="112536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37" name="PlaceHolder 4"/>
          <p:cNvSpPr>
            <a:spLocks noGrp="1"/>
          </p:cNvSpPr>
          <p:nvPr>
            <p:ph/>
          </p:nvPr>
        </p:nvSpPr>
        <p:spPr>
          <a:xfrm>
            <a:off x="6233760" y="112536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38" name="PlaceHolder 5"/>
          <p:cNvSpPr>
            <a:spLocks noGrp="1"/>
          </p:cNvSpPr>
          <p:nvPr>
            <p:ph/>
          </p:nvPr>
        </p:nvSpPr>
        <p:spPr>
          <a:xfrm>
            <a:off x="679320" y="360684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39" name="PlaceHolder 6"/>
          <p:cNvSpPr>
            <a:spLocks noGrp="1"/>
          </p:cNvSpPr>
          <p:nvPr>
            <p:ph/>
          </p:nvPr>
        </p:nvSpPr>
        <p:spPr>
          <a:xfrm>
            <a:off x="3456360" y="360684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40" name="PlaceHolder 7"/>
          <p:cNvSpPr>
            <a:spLocks noGrp="1"/>
          </p:cNvSpPr>
          <p:nvPr>
            <p:ph/>
          </p:nvPr>
        </p:nvSpPr>
        <p:spPr>
          <a:xfrm>
            <a:off x="6233760" y="360684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8"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49" name="PlaceHolder 2"/>
          <p:cNvSpPr>
            <a:spLocks noGrp="1"/>
          </p:cNvSpPr>
          <p:nvPr>
            <p:ph type="subTitle"/>
          </p:nvPr>
        </p:nvSpPr>
        <p:spPr>
          <a:xfrm>
            <a:off x="679320" y="1125360"/>
            <a:ext cx="8213400" cy="475092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51" name="PlaceHolder 2"/>
          <p:cNvSpPr>
            <a:spLocks noGrp="1"/>
          </p:cNvSpPr>
          <p:nvPr>
            <p:ph/>
          </p:nvPr>
        </p:nvSpPr>
        <p:spPr>
          <a:xfrm>
            <a:off x="679320" y="1125360"/>
            <a:ext cx="821340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53" name="PlaceHolder 2"/>
          <p:cNvSpPr>
            <a:spLocks noGrp="1"/>
          </p:cNvSpPr>
          <p:nvPr>
            <p:ph/>
          </p:nvPr>
        </p:nvSpPr>
        <p:spPr>
          <a:xfrm>
            <a:off x="67932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54" name="PlaceHolder 3"/>
          <p:cNvSpPr>
            <a:spLocks noGrp="1"/>
          </p:cNvSpPr>
          <p:nvPr>
            <p:ph/>
          </p:nvPr>
        </p:nvSpPr>
        <p:spPr>
          <a:xfrm>
            <a:off x="488808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55"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Tree>
  </p:cSld>
  <p:clrMapOvr>
    <a:masterClrMapping/>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6" name="PlaceHolder 1"/>
          <p:cNvSpPr>
            <a:spLocks noGrp="1"/>
          </p:cNvSpPr>
          <p:nvPr>
            <p:ph type="subTitle"/>
          </p:nvPr>
        </p:nvSpPr>
        <p:spPr>
          <a:xfrm>
            <a:off x="684360" y="-189000"/>
            <a:ext cx="8208720" cy="52977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58" name="PlaceHolder 2"/>
          <p:cNvSpPr>
            <a:spLocks noGrp="1"/>
          </p:cNvSpPr>
          <p:nvPr>
            <p:ph/>
          </p:nvPr>
        </p:nvSpPr>
        <p:spPr>
          <a:xfrm>
            <a:off x="67932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59" name="PlaceHolder 3"/>
          <p:cNvSpPr>
            <a:spLocks noGrp="1"/>
          </p:cNvSpPr>
          <p:nvPr>
            <p:ph/>
          </p:nvPr>
        </p:nvSpPr>
        <p:spPr>
          <a:xfrm>
            <a:off x="488808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60" name="PlaceHolder 4"/>
          <p:cNvSpPr>
            <a:spLocks noGrp="1"/>
          </p:cNvSpPr>
          <p:nvPr>
            <p:ph/>
          </p:nvPr>
        </p:nvSpPr>
        <p:spPr>
          <a:xfrm>
            <a:off x="67932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62" name="PlaceHolder 2"/>
          <p:cNvSpPr>
            <a:spLocks noGrp="1"/>
          </p:cNvSpPr>
          <p:nvPr>
            <p:ph/>
          </p:nvPr>
        </p:nvSpPr>
        <p:spPr>
          <a:xfrm>
            <a:off x="67932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63" name="PlaceHolder 3"/>
          <p:cNvSpPr>
            <a:spLocks noGrp="1"/>
          </p:cNvSpPr>
          <p:nvPr>
            <p:ph/>
          </p:nvPr>
        </p:nvSpPr>
        <p:spPr>
          <a:xfrm>
            <a:off x="488808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64" name="PlaceHolder 4"/>
          <p:cNvSpPr>
            <a:spLocks noGrp="1"/>
          </p:cNvSpPr>
          <p:nvPr>
            <p:ph/>
          </p:nvPr>
        </p:nvSpPr>
        <p:spPr>
          <a:xfrm>
            <a:off x="488808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66" name="PlaceHolder 2"/>
          <p:cNvSpPr>
            <a:spLocks noGrp="1"/>
          </p:cNvSpPr>
          <p:nvPr>
            <p:ph/>
          </p:nvPr>
        </p:nvSpPr>
        <p:spPr>
          <a:xfrm>
            <a:off x="67932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67" name="PlaceHolder 3"/>
          <p:cNvSpPr>
            <a:spLocks noGrp="1"/>
          </p:cNvSpPr>
          <p:nvPr>
            <p:ph/>
          </p:nvPr>
        </p:nvSpPr>
        <p:spPr>
          <a:xfrm>
            <a:off x="488808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68" name="PlaceHolder 4"/>
          <p:cNvSpPr>
            <a:spLocks noGrp="1"/>
          </p:cNvSpPr>
          <p:nvPr>
            <p:ph/>
          </p:nvPr>
        </p:nvSpPr>
        <p:spPr>
          <a:xfrm>
            <a:off x="679320" y="3606840"/>
            <a:ext cx="821340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70" name="PlaceHolder 2"/>
          <p:cNvSpPr>
            <a:spLocks noGrp="1"/>
          </p:cNvSpPr>
          <p:nvPr>
            <p:ph/>
          </p:nvPr>
        </p:nvSpPr>
        <p:spPr>
          <a:xfrm>
            <a:off x="679320" y="1125360"/>
            <a:ext cx="821340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71" name="PlaceHolder 3"/>
          <p:cNvSpPr>
            <a:spLocks noGrp="1"/>
          </p:cNvSpPr>
          <p:nvPr>
            <p:ph/>
          </p:nvPr>
        </p:nvSpPr>
        <p:spPr>
          <a:xfrm>
            <a:off x="679320" y="3606840"/>
            <a:ext cx="821340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73" name="PlaceHolder 2"/>
          <p:cNvSpPr>
            <a:spLocks noGrp="1"/>
          </p:cNvSpPr>
          <p:nvPr>
            <p:ph/>
          </p:nvPr>
        </p:nvSpPr>
        <p:spPr>
          <a:xfrm>
            <a:off x="67932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74" name="PlaceHolder 3"/>
          <p:cNvSpPr>
            <a:spLocks noGrp="1"/>
          </p:cNvSpPr>
          <p:nvPr>
            <p:ph/>
          </p:nvPr>
        </p:nvSpPr>
        <p:spPr>
          <a:xfrm>
            <a:off x="488808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75" name="PlaceHolder 4"/>
          <p:cNvSpPr>
            <a:spLocks noGrp="1"/>
          </p:cNvSpPr>
          <p:nvPr>
            <p:ph/>
          </p:nvPr>
        </p:nvSpPr>
        <p:spPr>
          <a:xfrm>
            <a:off x="67932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76" name="PlaceHolder 5"/>
          <p:cNvSpPr>
            <a:spLocks noGrp="1"/>
          </p:cNvSpPr>
          <p:nvPr>
            <p:ph/>
          </p:nvPr>
        </p:nvSpPr>
        <p:spPr>
          <a:xfrm>
            <a:off x="488808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77"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78" name="PlaceHolder 2"/>
          <p:cNvSpPr>
            <a:spLocks noGrp="1"/>
          </p:cNvSpPr>
          <p:nvPr>
            <p:ph/>
          </p:nvPr>
        </p:nvSpPr>
        <p:spPr>
          <a:xfrm>
            <a:off x="679320" y="112536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79" name="PlaceHolder 3"/>
          <p:cNvSpPr>
            <a:spLocks noGrp="1"/>
          </p:cNvSpPr>
          <p:nvPr>
            <p:ph/>
          </p:nvPr>
        </p:nvSpPr>
        <p:spPr>
          <a:xfrm>
            <a:off x="3456360" y="112536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80" name="PlaceHolder 4"/>
          <p:cNvSpPr>
            <a:spLocks noGrp="1"/>
          </p:cNvSpPr>
          <p:nvPr>
            <p:ph/>
          </p:nvPr>
        </p:nvSpPr>
        <p:spPr>
          <a:xfrm>
            <a:off x="6233760" y="112536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81" name="PlaceHolder 5"/>
          <p:cNvSpPr>
            <a:spLocks noGrp="1"/>
          </p:cNvSpPr>
          <p:nvPr>
            <p:ph/>
          </p:nvPr>
        </p:nvSpPr>
        <p:spPr>
          <a:xfrm>
            <a:off x="679320" y="360684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82" name="PlaceHolder 6"/>
          <p:cNvSpPr>
            <a:spLocks noGrp="1"/>
          </p:cNvSpPr>
          <p:nvPr>
            <p:ph/>
          </p:nvPr>
        </p:nvSpPr>
        <p:spPr>
          <a:xfrm>
            <a:off x="3456360" y="360684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83" name="PlaceHolder 7"/>
          <p:cNvSpPr>
            <a:spLocks noGrp="1"/>
          </p:cNvSpPr>
          <p:nvPr>
            <p:ph/>
          </p:nvPr>
        </p:nvSpPr>
        <p:spPr>
          <a:xfrm>
            <a:off x="6233760" y="360684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91"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92" name="PlaceHolder 2"/>
          <p:cNvSpPr>
            <a:spLocks noGrp="1"/>
          </p:cNvSpPr>
          <p:nvPr>
            <p:ph type="subTitle"/>
          </p:nvPr>
        </p:nvSpPr>
        <p:spPr>
          <a:xfrm>
            <a:off x="679320" y="1125360"/>
            <a:ext cx="8213400" cy="475092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93"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94" name="PlaceHolder 2"/>
          <p:cNvSpPr>
            <a:spLocks noGrp="1"/>
          </p:cNvSpPr>
          <p:nvPr>
            <p:ph/>
          </p:nvPr>
        </p:nvSpPr>
        <p:spPr>
          <a:xfrm>
            <a:off x="679320" y="1125360"/>
            <a:ext cx="821340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196" name="PlaceHolder 2"/>
          <p:cNvSpPr>
            <a:spLocks noGrp="1"/>
          </p:cNvSpPr>
          <p:nvPr>
            <p:ph/>
          </p:nvPr>
        </p:nvSpPr>
        <p:spPr>
          <a:xfrm>
            <a:off x="67932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197" name="PlaceHolder 3"/>
          <p:cNvSpPr>
            <a:spLocks noGrp="1"/>
          </p:cNvSpPr>
          <p:nvPr>
            <p:ph/>
          </p:nvPr>
        </p:nvSpPr>
        <p:spPr>
          <a:xfrm>
            <a:off x="488808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98"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Tree>
  </p:cSld>
  <p:clrMapOvr>
    <a:masterClrMapping/>
  </p:clrMapOvr>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99" name="PlaceHolder 1"/>
          <p:cNvSpPr>
            <a:spLocks noGrp="1"/>
          </p:cNvSpPr>
          <p:nvPr>
            <p:ph type="subTitle"/>
          </p:nvPr>
        </p:nvSpPr>
        <p:spPr>
          <a:xfrm>
            <a:off x="684360" y="-189000"/>
            <a:ext cx="8208720" cy="52977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0"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201" name="PlaceHolder 2"/>
          <p:cNvSpPr>
            <a:spLocks noGrp="1"/>
          </p:cNvSpPr>
          <p:nvPr>
            <p:ph/>
          </p:nvPr>
        </p:nvSpPr>
        <p:spPr>
          <a:xfrm>
            <a:off x="67932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202" name="PlaceHolder 3"/>
          <p:cNvSpPr>
            <a:spLocks noGrp="1"/>
          </p:cNvSpPr>
          <p:nvPr>
            <p:ph/>
          </p:nvPr>
        </p:nvSpPr>
        <p:spPr>
          <a:xfrm>
            <a:off x="488808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203" name="PlaceHolder 4"/>
          <p:cNvSpPr>
            <a:spLocks noGrp="1"/>
          </p:cNvSpPr>
          <p:nvPr>
            <p:ph/>
          </p:nvPr>
        </p:nvSpPr>
        <p:spPr>
          <a:xfrm>
            <a:off x="67932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4"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205" name="PlaceHolder 2"/>
          <p:cNvSpPr>
            <a:spLocks noGrp="1"/>
          </p:cNvSpPr>
          <p:nvPr>
            <p:ph/>
          </p:nvPr>
        </p:nvSpPr>
        <p:spPr>
          <a:xfrm>
            <a:off x="679320" y="1125360"/>
            <a:ext cx="4007880" cy="475092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206" name="PlaceHolder 3"/>
          <p:cNvSpPr>
            <a:spLocks noGrp="1"/>
          </p:cNvSpPr>
          <p:nvPr>
            <p:ph/>
          </p:nvPr>
        </p:nvSpPr>
        <p:spPr>
          <a:xfrm>
            <a:off x="488808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207" name="PlaceHolder 4"/>
          <p:cNvSpPr>
            <a:spLocks noGrp="1"/>
          </p:cNvSpPr>
          <p:nvPr>
            <p:ph/>
          </p:nvPr>
        </p:nvSpPr>
        <p:spPr>
          <a:xfrm>
            <a:off x="488808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209" name="PlaceHolder 2"/>
          <p:cNvSpPr>
            <a:spLocks noGrp="1"/>
          </p:cNvSpPr>
          <p:nvPr>
            <p:ph/>
          </p:nvPr>
        </p:nvSpPr>
        <p:spPr>
          <a:xfrm>
            <a:off x="67932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210" name="PlaceHolder 3"/>
          <p:cNvSpPr>
            <a:spLocks noGrp="1"/>
          </p:cNvSpPr>
          <p:nvPr>
            <p:ph/>
          </p:nvPr>
        </p:nvSpPr>
        <p:spPr>
          <a:xfrm>
            <a:off x="488808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211" name="PlaceHolder 4"/>
          <p:cNvSpPr>
            <a:spLocks noGrp="1"/>
          </p:cNvSpPr>
          <p:nvPr>
            <p:ph/>
          </p:nvPr>
        </p:nvSpPr>
        <p:spPr>
          <a:xfrm>
            <a:off x="679320" y="3606840"/>
            <a:ext cx="821340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12"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213" name="PlaceHolder 2"/>
          <p:cNvSpPr>
            <a:spLocks noGrp="1"/>
          </p:cNvSpPr>
          <p:nvPr>
            <p:ph/>
          </p:nvPr>
        </p:nvSpPr>
        <p:spPr>
          <a:xfrm>
            <a:off x="679320" y="1125360"/>
            <a:ext cx="821340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214" name="PlaceHolder 3"/>
          <p:cNvSpPr>
            <a:spLocks noGrp="1"/>
          </p:cNvSpPr>
          <p:nvPr>
            <p:ph/>
          </p:nvPr>
        </p:nvSpPr>
        <p:spPr>
          <a:xfrm>
            <a:off x="679320" y="3606840"/>
            <a:ext cx="821340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15"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216" name="PlaceHolder 2"/>
          <p:cNvSpPr>
            <a:spLocks noGrp="1"/>
          </p:cNvSpPr>
          <p:nvPr>
            <p:ph/>
          </p:nvPr>
        </p:nvSpPr>
        <p:spPr>
          <a:xfrm>
            <a:off x="67932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217" name="PlaceHolder 3"/>
          <p:cNvSpPr>
            <a:spLocks noGrp="1"/>
          </p:cNvSpPr>
          <p:nvPr>
            <p:ph/>
          </p:nvPr>
        </p:nvSpPr>
        <p:spPr>
          <a:xfrm>
            <a:off x="4888080" y="112536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218" name="PlaceHolder 4"/>
          <p:cNvSpPr>
            <a:spLocks noGrp="1"/>
          </p:cNvSpPr>
          <p:nvPr>
            <p:ph/>
          </p:nvPr>
        </p:nvSpPr>
        <p:spPr>
          <a:xfrm>
            <a:off x="67932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219" name="PlaceHolder 5"/>
          <p:cNvSpPr>
            <a:spLocks noGrp="1"/>
          </p:cNvSpPr>
          <p:nvPr>
            <p:ph/>
          </p:nvPr>
        </p:nvSpPr>
        <p:spPr>
          <a:xfrm>
            <a:off x="4888080" y="3606840"/>
            <a:ext cx="400788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20" name="PlaceHolder 1"/>
          <p:cNvSpPr>
            <a:spLocks noGrp="1"/>
          </p:cNvSpPr>
          <p:nvPr>
            <p:ph type="title"/>
          </p:nvPr>
        </p:nvSpPr>
        <p:spPr>
          <a:xfrm>
            <a:off x="684360" y="-189000"/>
            <a:ext cx="8208720" cy="1142640"/>
          </a:xfrm>
          <a:prstGeom prst="rect">
            <a:avLst/>
          </a:prstGeom>
          <a:noFill/>
          <a:ln w="0">
            <a:noFill/>
          </a:ln>
        </p:spPr>
        <p:txBody>
          <a:bodyPr lIns="0" tIns="0" rIns="0" bIns="0" anchor="ctr">
            <a:noAutofit/>
          </a:bodyPr>
          <a:lstStyle/>
          <a:p>
            <a:endParaRPr lang="fr-CA" sz="3600" b="0" strike="noStrike" spc="-1">
              <a:solidFill>
                <a:srgbClr val="000000"/>
              </a:solidFill>
              <a:latin typeface="Arial"/>
            </a:endParaRPr>
          </a:p>
        </p:txBody>
      </p:sp>
      <p:sp>
        <p:nvSpPr>
          <p:cNvPr id="221" name="PlaceHolder 2"/>
          <p:cNvSpPr>
            <a:spLocks noGrp="1"/>
          </p:cNvSpPr>
          <p:nvPr>
            <p:ph/>
          </p:nvPr>
        </p:nvSpPr>
        <p:spPr>
          <a:xfrm>
            <a:off x="679320" y="112536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222" name="PlaceHolder 3"/>
          <p:cNvSpPr>
            <a:spLocks noGrp="1"/>
          </p:cNvSpPr>
          <p:nvPr>
            <p:ph/>
          </p:nvPr>
        </p:nvSpPr>
        <p:spPr>
          <a:xfrm>
            <a:off x="3456360" y="112536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223" name="PlaceHolder 4"/>
          <p:cNvSpPr>
            <a:spLocks noGrp="1"/>
          </p:cNvSpPr>
          <p:nvPr>
            <p:ph/>
          </p:nvPr>
        </p:nvSpPr>
        <p:spPr>
          <a:xfrm>
            <a:off x="6233760" y="112536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224" name="PlaceHolder 5"/>
          <p:cNvSpPr>
            <a:spLocks noGrp="1"/>
          </p:cNvSpPr>
          <p:nvPr>
            <p:ph/>
          </p:nvPr>
        </p:nvSpPr>
        <p:spPr>
          <a:xfrm>
            <a:off x="679320" y="360684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225" name="PlaceHolder 6"/>
          <p:cNvSpPr>
            <a:spLocks noGrp="1"/>
          </p:cNvSpPr>
          <p:nvPr>
            <p:ph/>
          </p:nvPr>
        </p:nvSpPr>
        <p:spPr>
          <a:xfrm>
            <a:off x="3456360" y="360684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
        <p:nvSpPr>
          <p:cNvPr id="226" name="PlaceHolder 7"/>
          <p:cNvSpPr>
            <a:spLocks noGrp="1"/>
          </p:cNvSpPr>
          <p:nvPr>
            <p:ph/>
          </p:nvPr>
        </p:nvSpPr>
        <p:spPr>
          <a:xfrm>
            <a:off x="6233760" y="3606840"/>
            <a:ext cx="2644560" cy="2265840"/>
          </a:xfrm>
          <a:prstGeom prst="rect">
            <a:avLst/>
          </a:prstGeom>
          <a:noFill/>
          <a:ln w="0">
            <a:noFill/>
          </a:ln>
        </p:spPr>
        <p:txBody>
          <a:bodyPr lIns="0" tIns="0" rIns="0" bIns="0" anchor="t">
            <a:normAutofit/>
          </a:bodyPr>
          <a:lstStyle/>
          <a:p>
            <a:endParaRPr lang="fr-CA" sz="2800" b="0" strike="noStrike" spc="-1">
              <a:solidFill>
                <a:srgbClr val="000000"/>
              </a:solidFill>
              <a:latin typeface="Trebuchet MS"/>
            </a:endParaRPr>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jpe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image" Target="../media/image2.png"/><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image" Target="../media/image2.png"/><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Connecteur en angle 9"/>
          <p:cNvSpPr/>
          <p:nvPr/>
        </p:nvSpPr>
        <p:spPr>
          <a:xfrm flipV="1">
            <a:off x="679320" y="763560"/>
            <a:ext cx="8213400" cy="71640"/>
          </a:xfrm>
          <a:prstGeom prst="bentConnector3">
            <a:avLst>
              <a:gd name="adj1" fmla="val 50000"/>
            </a:avLst>
          </a:prstGeom>
          <a:noFill/>
          <a:ln>
            <a:solidFill>
              <a:srgbClr val="000000"/>
            </a:solidFill>
            <a:round/>
          </a:ln>
          <a:effectLst>
            <a:outerShdw blurRad="39960" dist="20160" dir="5400000" rotWithShape="0">
              <a:srgbClr val="000000">
                <a:alpha val="38000"/>
              </a:srgbClr>
            </a:outerShdw>
          </a:effectLst>
        </p:spPr>
        <p:style>
          <a:lnRef idx="2">
            <a:schemeClr val="dk1"/>
          </a:lnRef>
          <a:fillRef idx="0">
            <a:schemeClr val="dk1"/>
          </a:fillRef>
          <a:effectRef idx="1">
            <a:schemeClr val="dk1"/>
          </a:effectRef>
          <a:fontRef idx="minor"/>
        </p:style>
      </p:sp>
      <p:sp>
        <p:nvSpPr>
          <p:cNvPr id="20" name="Connecteur en angle 10"/>
          <p:cNvSpPr/>
          <p:nvPr/>
        </p:nvSpPr>
        <p:spPr>
          <a:xfrm flipV="1">
            <a:off x="679320" y="685080"/>
            <a:ext cx="8213400" cy="78120"/>
          </a:xfrm>
          <a:prstGeom prst="bentConnector3">
            <a:avLst>
              <a:gd name="adj1" fmla="val 50000"/>
            </a:avLst>
          </a:prstGeom>
          <a:noFill/>
          <a:ln>
            <a:solidFill>
              <a:srgbClr val="FF0000"/>
            </a:solidFill>
            <a:round/>
          </a:ln>
          <a:effectLst>
            <a:outerShdw blurRad="39960" dist="20160" dir="5400000" rotWithShape="0">
              <a:srgbClr val="000000">
                <a:alpha val="38000"/>
              </a:srgbClr>
            </a:outerShdw>
          </a:effectLst>
        </p:spPr>
        <p:style>
          <a:lnRef idx="2">
            <a:schemeClr val="dk1"/>
          </a:lnRef>
          <a:fillRef idx="0">
            <a:schemeClr val="dk1"/>
          </a:fillRef>
          <a:effectRef idx="1">
            <a:schemeClr val="dk1"/>
          </a:effectRef>
          <a:fontRef idx="minor"/>
        </p:style>
      </p:sp>
      <p:pic>
        <p:nvPicPr>
          <p:cNvPr id="2" name="Espace réservé pour une image  4" descr="Nouvelle notification"/>
          <p:cNvPicPr/>
          <p:nvPr/>
        </p:nvPicPr>
        <p:blipFill>
          <a:blip r:embed="rId14"/>
          <a:stretch/>
        </p:blipFill>
        <p:spPr>
          <a:xfrm>
            <a:off x="7668360" y="6416640"/>
            <a:ext cx="1295640" cy="388080"/>
          </a:xfrm>
          <a:prstGeom prst="rect">
            <a:avLst/>
          </a:prstGeom>
          <a:ln w="0">
            <a:noFill/>
          </a:ln>
        </p:spPr>
      </p:pic>
      <p:sp>
        <p:nvSpPr>
          <p:cNvPr id="3" name="Rectangle 2"/>
          <p:cNvSpPr/>
          <p:nvPr/>
        </p:nvSpPr>
        <p:spPr>
          <a:xfrm>
            <a:off x="0" y="297000"/>
            <a:ext cx="678960" cy="39528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sp>
      <p:pic>
        <p:nvPicPr>
          <p:cNvPr id="4" name="Image 1"/>
          <p:cNvPicPr/>
          <p:nvPr/>
        </p:nvPicPr>
        <p:blipFill>
          <a:blip r:embed="rId15"/>
          <a:stretch/>
        </p:blipFill>
        <p:spPr>
          <a:xfrm>
            <a:off x="65160" y="6400800"/>
            <a:ext cx="1553760" cy="396360"/>
          </a:xfrm>
          <a:prstGeom prst="rect">
            <a:avLst/>
          </a:prstGeom>
          <a:ln w="0">
            <a:noFill/>
          </a:ln>
        </p:spPr>
      </p:pic>
      <p:sp>
        <p:nvSpPr>
          <p:cNvPr id="5" name="Rectangle 3"/>
          <p:cNvSpPr/>
          <p:nvPr/>
        </p:nvSpPr>
        <p:spPr>
          <a:xfrm>
            <a:off x="0" y="115920"/>
            <a:ext cx="971280" cy="57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6" name="Rectangle 4"/>
          <p:cNvSpPr/>
          <p:nvPr/>
        </p:nvSpPr>
        <p:spPr>
          <a:xfrm>
            <a:off x="0" y="6237360"/>
            <a:ext cx="6876000" cy="620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7" name="Rectangle 5"/>
          <p:cNvSpPr/>
          <p:nvPr/>
        </p:nvSpPr>
        <p:spPr>
          <a:xfrm>
            <a:off x="0" y="549360"/>
            <a:ext cx="9143640" cy="620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8" name="PlaceHolder 1"/>
          <p:cNvSpPr>
            <a:spLocks noGrp="1"/>
          </p:cNvSpPr>
          <p:nvPr>
            <p:ph type="title"/>
          </p:nvPr>
        </p:nvSpPr>
        <p:spPr>
          <a:xfrm>
            <a:off x="1331640" y="1917000"/>
            <a:ext cx="6048360" cy="1519560"/>
          </a:xfrm>
          <a:prstGeom prst="rect">
            <a:avLst/>
          </a:prstGeom>
          <a:noFill/>
          <a:ln w="0">
            <a:noFill/>
          </a:ln>
        </p:spPr>
        <p:txBody>
          <a:bodyPr numCol="1" spcCol="0" anchor="ctr">
            <a:noAutofit/>
          </a:bodyPr>
          <a:lstStyle/>
          <a:p>
            <a:pPr algn="r">
              <a:lnSpc>
                <a:spcPct val="100000"/>
              </a:lnSpc>
              <a:buNone/>
            </a:pPr>
            <a:r>
              <a:rPr lang="fr-CA" sz="4000" b="1" strike="noStrike" spc="-1">
                <a:solidFill>
                  <a:srgbClr val="E2001A"/>
                </a:solidFill>
                <a:latin typeface="Calibri"/>
                <a:ea typeface="ＭＳ Ｐゴシック"/>
              </a:rPr>
              <a:t>Cliquez et modifiez le titre</a:t>
            </a:r>
            <a:endParaRPr lang="fr-CA" sz="4000" b="0" strike="noStrike" spc="-1">
              <a:solidFill>
                <a:srgbClr val="000000"/>
              </a:solidFill>
              <a:latin typeface="Arial"/>
            </a:endParaRPr>
          </a:p>
        </p:txBody>
      </p:sp>
      <p:sp>
        <p:nvSpPr>
          <p:cNvPr id="9" name="Connecteur en angle 18"/>
          <p:cNvSpPr/>
          <p:nvPr/>
        </p:nvSpPr>
        <p:spPr>
          <a:xfrm>
            <a:off x="210960" y="1484640"/>
            <a:ext cx="8681040" cy="38160"/>
          </a:xfrm>
          <a:prstGeom prst="bentConnector3">
            <a:avLst>
              <a:gd name="adj1" fmla="val 50000"/>
            </a:avLst>
          </a:prstGeom>
          <a:noFill/>
          <a:ln>
            <a:solidFill>
              <a:srgbClr val="000000"/>
            </a:solidFill>
            <a:round/>
          </a:ln>
          <a:effectLst>
            <a:outerShdw blurRad="39960" dist="20160" dir="5400000" rotWithShape="0">
              <a:srgbClr val="000000">
                <a:alpha val="38000"/>
              </a:srgbClr>
            </a:outerShdw>
          </a:effectLst>
        </p:spPr>
        <p:style>
          <a:lnRef idx="2">
            <a:schemeClr val="dk1"/>
          </a:lnRef>
          <a:fillRef idx="0">
            <a:schemeClr val="dk1"/>
          </a:fillRef>
          <a:effectRef idx="1">
            <a:schemeClr val="dk1"/>
          </a:effectRef>
          <a:fontRef idx="minor"/>
        </p:style>
      </p:sp>
      <p:sp>
        <p:nvSpPr>
          <p:cNvPr id="10" name="Connecteur en angle 23"/>
          <p:cNvSpPr/>
          <p:nvPr/>
        </p:nvSpPr>
        <p:spPr>
          <a:xfrm flipV="1">
            <a:off x="210600" y="1438920"/>
            <a:ext cx="8681760" cy="122760"/>
          </a:xfrm>
          <a:prstGeom prst="bentConnector3">
            <a:avLst>
              <a:gd name="adj1" fmla="val 50000"/>
            </a:avLst>
          </a:prstGeom>
          <a:noFill/>
          <a:ln>
            <a:solidFill>
              <a:srgbClr val="FF0000"/>
            </a:solidFill>
            <a:round/>
          </a:ln>
          <a:effectLst>
            <a:outerShdw blurRad="39960" dist="20160" dir="5400000" rotWithShape="0">
              <a:srgbClr val="000000">
                <a:alpha val="38000"/>
              </a:srgbClr>
            </a:outerShdw>
          </a:effectLst>
        </p:spPr>
        <p:style>
          <a:lnRef idx="2">
            <a:schemeClr val="dk1"/>
          </a:lnRef>
          <a:fillRef idx="0">
            <a:schemeClr val="dk1"/>
          </a:fillRef>
          <a:effectRef idx="1">
            <a:schemeClr val="dk1"/>
          </a:effectRef>
          <a:fontRef idx="minor"/>
        </p:style>
      </p:sp>
      <p:sp>
        <p:nvSpPr>
          <p:cNvPr id="11" name="Arrondir un rectangle avec un coin diagonal 26"/>
          <p:cNvSpPr/>
          <p:nvPr/>
        </p:nvSpPr>
        <p:spPr>
          <a:xfrm>
            <a:off x="35640" y="4899600"/>
            <a:ext cx="3960000" cy="292320"/>
          </a:xfrm>
          <a:prstGeom prst="round2DiagRect">
            <a:avLst>
              <a:gd name="adj1" fmla="val 16667"/>
              <a:gd name="adj2" fmla="val 0"/>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sp>
      <p:pic>
        <p:nvPicPr>
          <p:cNvPr id="12" name="Espace réservé pour une image  4" descr="Début"/>
          <p:cNvPicPr/>
          <p:nvPr/>
        </p:nvPicPr>
        <p:blipFill>
          <a:blip r:embed="rId16"/>
          <a:stretch/>
        </p:blipFill>
        <p:spPr>
          <a:xfrm>
            <a:off x="4320" y="5515920"/>
            <a:ext cx="452520" cy="145080"/>
          </a:xfrm>
          <a:prstGeom prst="rect">
            <a:avLst/>
          </a:prstGeom>
          <a:ln w="9525">
            <a:noFill/>
          </a:ln>
        </p:spPr>
      </p:pic>
      <p:sp>
        <p:nvSpPr>
          <p:cNvPr id="13" name="ZoneTexte 28"/>
          <p:cNvSpPr/>
          <p:nvPr/>
        </p:nvSpPr>
        <p:spPr>
          <a:xfrm>
            <a:off x="35640" y="4860000"/>
            <a:ext cx="3960000" cy="333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600" b="1" i="1" strike="noStrike" spc="-1">
                <a:solidFill>
                  <a:srgbClr val="FFFFFF"/>
                </a:solidFill>
                <a:latin typeface="Arial Narrow"/>
                <a:ea typeface="ＭＳ Ｐゴシック"/>
              </a:rPr>
              <a:t>La Force de l’Engagement et de l’Expertise</a:t>
            </a:r>
            <a:endParaRPr lang="en-US" sz="1600" b="0" strike="noStrike" spc="-1">
              <a:latin typeface="Arial"/>
            </a:endParaRPr>
          </a:p>
        </p:txBody>
      </p:sp>
      <p:pic>
        <p:nvPicPr>
          <p:cNvPr id="14" name="Espace réservé pour une image  4" descr="Début"/>
          <p:cNvPicPr/>
          <p:nvPr/>
        </p:nvPicPr>
        <p:blipFill>
          <a:blip r:embed="rId16"/>
          <a:stretch/>
        </p:blipFill>
        <p:spPr>
          <a:xfrm>
            <a:off x="14400" y="5877360"/>
            <a:ext cx="452520" cy="145080"/>
          </a:xfrm>
          <a:prstGeom prst="rect">
            <a:avLst/>
          </a:prstGeom>
          <a:ln w="9525">
            <a:noFill/>
          </a:ln>
        </p:spPr>
      </p:pic>
      <p:pic>
        <p:nvPicPr>
          <p:cNvPr id="15" name="Espace réservé pour une image  4" descr="Début"/>
          <p:cNvPicPr/>
          <p:nvPr/>
        </p:nvPicPr>
        <p:blipFill>
          <a:blip r:embed="rId16"/>
          <a:stretch/>
        </p:blipFill>
        <p:spPr>
          <a:xfrm>
            <a:off x="35640" y="6235920"/>
            <a:ext cx="452520" cy="145080"/>
          </a:xfrm>
          <a:prstGeom prst="rect">
            <a:avLst/>
          </a:prstGeom>
          <a:ln w="9525">
            <a:noFill/>
          </a:ln>
        </p:spPr>
      </p:pic>
      <p:pic>
        <p:nvPicPr>
          <p:cNvPr id="16" name="Espace réservé pour une image  4" descr="Début"/>
          <p:cNvPicPr/>
          <p:nvPr/>
        </p:nvPicPr>
        <p:blipFill>
          <a:blip r:embed="rId16"/>
          <a:stretch/>
        </p:blipFill>
        <p:spPr>
          <a:xfrm>
            <a:off x="14400" y="6595920"/>
            <a:ext cx="452520" cy="145080"/>
          </a:xfrm>
          <a:prstGeom prst="rect">
            <a:avLst/>
          </a:prstGeom>
          <a:ln w="9525">
            <a:noFill/>
          </a:ln>
        </p:spPr>
      </p:pic>
      <p:pic>
        <p:nvPicPr>
          <p:cNvPr id="17" name="Image 8"/>
          <p:cNvPicPr/>
          <p:nvPr/>
        </p:nvPicPr>
        <p:blipFill>
          <a:blip r:embed="rId17"/>
          <a:stretch/>
        </p:blipFill>
        <p:spPr>
          <a:xfrm>
            <a:off x="3492000" y="260640"/>
            <a:ext cx="2298240" cy="1085760"/>
          </a:xfrm>
          <a:prstGeom prst="rect">
            <a:avLst/>
          </a:prstGeom>
          <a:ln w="0">
            <a:noFill/>
          </a:ln>
        </p:spPr>
      </p:pic>
      <p:sp>
        <p:nvSpPr>
          <p:cNvPr id="18"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CA" sz="2800" b="0" strike="noStrike" spc="-1">
                <a:solidFill>
                  <a:srgbClr val="000000"/>
                </a:solidFill>
                <a:latin typeface="Trebuchet MS"/>
              </a:rPr>
              <a:t>Click to edit the outline text format</a:t>
            </a:r>
          </a:p>
          <a:p>
            <a:pPr marL="864000" lvl="1" indent="-324000">
              <a:spcBef>
                <a:spcPts val="1134"/>
              </a:spcBef>
              <a:buClr>
                <a:srgbClr val="000000"/>
              </a:buClr>
              <a:buSzPct val="75000"/>
              <a:buFont typeface="Symbol" charset="2"/>
              <a:buChar char=""/>
            </a:pPr>
            <a:r>
              <a:rPr lang="fr-CA" sz="2000" b="0" strike="noStrike" spc="-1">
                <a:solidFill>
                  <a:srgbClr val="001523"/>
                </a:solidFill>
                <a:latin typeface="Trebuchet MS"/>
              </a:rPr>
              <a:t>Second Outline Level</a:t>
            </a:r>
          </a:p>
          <a:p>
            <a:pPr marL="1296000" lvl="2" indent="-288000">
              <a:spcBef>
                <a:spcPts val="850"/>
              </a:spcBef>
              <a:buClr>
                <a:srgbClr val="000000"/>
              </a:buClr>
              <a:buSzPct val="45000"/>
              <a:buFont typeface="Wingdings" charset="2"/>
              <a:buChar char=""/>
            </a:pPr>
            <a:r>
              <a:rPr lang="fr-CA" sz="1600" b="0" strike="noStrike" spc="-1">
                <a:solidFill>
                  <a:srgbClr val="000000"/>
                </a:solidFill>
                <a:latin typeface="Trebuchet MS"/>
              </a:rPr>
              <a:t>Third Outline Level</a:t>
            </a:r>
          </a:p>
          <a:p>
            <a:pPr marL="1728000" lvl="3" indent="-216000">
              <a:spcBef>
                <a:spcPts val="567"/>
              </a:spcBef>
              <a:buClr>
                <a:srgbClr val="000000"/>
              </a:buClr>
              <a:buSzPct val="75000"/>
              <a:buFont typeface="Symbol" charset="2"/>
              <a:buChar char=""/>
            </a:pPr>
            <a:r>
              <a:rPr lang="fr-CA" sz="2000" b="0" strike="noStrike" spc="-1">
                <a:solidFill>
                  <a:srgbClr val="000000"/>
                </a:solidFill>
                <a:latin typeface="Trebuchet MS"/>
              </a:rPr>
              <a:t>Fourth Outline Level</a:t>
            </a:r>
          </a:p>
          <a:p>
            <a:pPr marL="2160000" lvl="4" indent="-216000">
              <a:spcBef>
                <a:spcPts val="283"/>
              </a:spcBef>
              <a:buClr>
                <a:srgbClr val="000000"/>
              </a:buClr>
              <a:buSzPct val="45000"/>
              <a:buFont typeface="Wingdings" charset="2"/>
              <a:buChar char=""/>
            </a:pPr>
            <a:r>
              <a:rPr lang="fr-CA" sz="2000" b="0" strike="noStrike" spc="-1">
                <a:solidFill>
                  <a:srgbClr val="000000"/>
                </a:solidFill>
                <a:latin typeface="Trebuchet MS"/>
              </a:rPr>
              <a:t>Fifth Outline Level</a:t>
            </a:r>
          </a:p>
          <a:p>
            <a:pPr marL="2592000" lvl="5" indent="-216000">
              <a:spcBef>
                <a:spcPts val="283"/>
              </a:spcBef>
              <a:buClr>
                <a:srgbClr val="000000"/>
              </a:buClr>
              <a:buSzPct val="45000"/>
              <a:buFont typeface="Wingdings" charset="2"/>
              <a:buChar char=""/>
            </a:pPr>
            <a:r>
              <a:rPr lang="fr-CA" sz="2000" b="0" strike="noStrike" spc="-1">
                <a:solidFill>
                  <a:srgbClr val="000000"/>
                </a:solidFill>
                <a:latin typeface="Trebuchet MS"/>
              </a:rPr>
              <a:t>Sixth Outline Level</a:t>
            </a:r>
          </a:p>
          <a:p>
            <a:pPr marL="3024000" lvl="6" indent="-216000">
              <a:spcBef>
                <a:spcPts val="283"/>
              </a:spcBef>
              <a:buClr>
                <a:srgbClr val="000000"/>
              </a:buClr>
              <a:buSzPct val="45000"/>
              <a:buFont typeface="Wingdings" charset="2"/>
              <a:buChar char=""/>
            </a:pPr>
            <a:r>
              <a:rPr lang="fr-CA" sz="2000" b="0" strike="noStrike" spc="-1">
                <a:solidFill>
                  <a:srgbClr val="000000"/>
                </a:solidFill>
                <a:latin typeface="Trebuchet MS"/>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 name="Connecteur en angle 9"/>
          <p:cNvSpPr/>
          <p:nvPr/>
        </p:nvSpPr>
        <p:spPr>
          <a:xfrm flipV="1">
            <a:off x="679320" y="763560"/>
            <a:ext cx="8213400" cy="71640"/>
          </a:xfrm>
          <a:prstGeom prst="bentConnector3">
            <a:avLst>
              <a:gd name="adj1" fmla="val 50000"/>
            </a:avLst>
          </a:prstGeom>
          <a:noFill/>
          <a:ln>
            <a:solidFill>
              <a:srgbClr val="000000"/>
            </a:solidFill>
            <a:round/>
          </a:ln>
          <a:effectLst>
            <a:outerShdw blurRad="39960" dist="20160" dir="5400000" rotWithShape="0">
              <a:srgbClr val="000000">
                <a:alpha val="38000"/>
              </a:srgbClr>
            </a:outerShdw>
          </a:effectLst>
        </p:spPr>
        <p:style>
          <a:lnRef idx="2">
            <a:schemeClr val="dk1"/>
          </a:lnRef>
          <a:fillRef idx="0">
            <a:schemeClr val="dk1"/>
          </a:fillRef>
          <a:effectRef idx="1">
            <a:schemeClr val="dk1"/>
          </a:effectRef>
          <a:fontRef idx="minor"/>
        </p:style>
      </p:sp>
      <p:sp>
        <p:nvSpPr>
          <p:cNvPr id="56" name="Connecteur en angle 10"/>
          <p:cNvSpPr/>
          <p:nvPr/>
        </p:nvSpPr>
        <p:spPr>
          <a:xfrm flipV="1">
            <a:off x="679320" y="685080"/>
            <a:ext cx="8213400" cy="78120"/>
          </a:xfrm>
          <a:prstGeom prst="bentConnector3">
            <a:avLst>
              <a:gd name="adj1" fmla="val 50000"/>
            </a:avLst>
          </a:prstGeom>
          <a:noFill/>
          <a:ln>
            <a:solidFill>
              <a:srgbClr val="FF0000"/>
            </a:solidFill>
            <a:round/>
          </a:ln>
          <a:effectLst>
            <a:outerShdw blurRad="39960" dist="20160" dir="5400000" rotWithShape="0">
              <a:srgbClr val="000000">
                <a:alpha val="38000"/>
              </a:srgbClr>
            </a:outerShdw>
          </a:effectLst>
        </p:spPr>
        <p:style>
          <a:lnRef idx="2">
            <a:schemeClr val="dk1"/>
          </a:lnRef>
          <a:fillRef idx="0">
            <a:schemeClr val="dk1"/>
          </a:fillRef>
          <a:effectRef idx="1">
            <a:schemeClr val="dk1"/>
          </a:effectRef>
          <a:fontRef idx="minor"/>
        </p:style>
      </p:sp>
      <p:pic>
        <p:nvPicPr>
          <p:cNvPr id="57" name="Espace réservé pour une image  4" descr="Nouvelle notification"/>
          <p:cNvPicPr/>
          <p:nvPr/>
        </p:nvPicPr>
        <p:blipFill>
          <a:blip r:embed="rId14"/>
          <a:stretch/>
        </p:blipFill>
        <p:spPr>
          <a:xfrm>
            <a:off x="7668360" y="6416640"/>
            <a:ext cx="1295640" cy="388080"/>
          </a:xfrm>
          <a:prstGeom prst="rect">
            <a:avLst/>
          </a:prstGeom>
          <a:ln w="0">
            <a:noFill/>
          </a:ln>
        </p:spPr>
      </p:pic>
      <p:sp>
        <p:nvSpPr>
          <p:cNvPr id="58" name="Rectangle 2"/>
          <p:cNvSpPr/>
          <p:nvPr/>
        </p:nvSpPr>
        <p:spPr>
          <a:xfrm>
            <a:off x="0" y="297000"/>
            <a:ext cx="678960" cy="39528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sp>
      <p:pic>
        <p:nvPicPr>
          <p:cNvPr id="59" name="Image 1"/>
          <p:cNvPicPr/>
          <p:nvPr/>
        </p:nvPicPr>
        <p:blipFill>
          <a:blip r:embed="rId15"/>
          <a:stretch/>
        </p:blipFill>
        <p:spPr>
          <a:xfrm>
            <a:off x="65160" y="6400800"/>
            <a:ext cx="1553760" cy="396360"/>
          </a:xfrm>
          <a:prstGeom prst="rect">
            <a:avLst/>
          </a:prstGeom>
          <a:ln w="0">
            <a:noFill/>
          </a:ln>
        </p:spPr>
      </p:pic>
      <p:sp>
        <p:nvSpPr>
          <p:cNvPr id="60" name="PlaceHolder 1"/>
          <p:cNvSpPr>
            <a:spLocks noGrp="1"/>
          </p:cNvSpPr>
          <p:nvPr>
            <p:ph type="title"/>
          </p:nvPr>
        </p:nvSpPr>
        <p:spPr>
          <a:xfrm>
            <a:off x="722160" y="4406760"/>
            <a:ext cx="7772040" cy="1361880"/>
          </a:xfrm>
          <a:prstGeom prst="rect">
            <a:avLst/>
          </a:prstGeom>
          <a:noFill/>
          <a:ln w="0">
            <a:noFill/>
          </a:ln>
        </p:spPr>
        <p:txBody>
          <a:bodyPr numCol="1" spcCol="0" anchor="t">
            <a:noAutofit/>
          </a:bodyPr>
          <a:lstStyle/>
          <a:p>
            <a:pPr>
              <a:lnSpc>
                <a:spcPct val="100000"/>
              </a:lnSpc>
              <a:buNone/>
            </a:pPr>
            <a:r>
              <a:rPr lang="fr-FR" sz="4000" b="1" strike="noStrike" cap="all" spc="-1">
                <a:solidFill>
                  <a:srgbClr val="000000"/>
                </a:solidFill>
                <a:latin typeface="Arial"/>
                <a:ea typeface="ＭＳ Ｐゴシック"/>
              </a:rPr>
              <a:t>Modifiez le style du titre</a:t>
            </a:r>
            <a:endParaRPr lang="fr-CA" sz="4000" b="0" strike="noStrike" spc="-1">
              <a:solidFill>
                <a:srgbClr val="000000"/>
              </a:solidFill>
              <a:latin typeface="Arial"/>
            </a:endParaRPr>
          </a:p>
        </p:txBody>
      </p:sp>
      <p:sp>
        <p:nvSpPr>
          <p:cNvPr id="61" name="PlaceHolder 2"/>
          <p:cNvSpPr>
            <a:spLocks noGrp="1"/>
          </p:cNvSpPr>
          <p:nvPr>
            <p:ph type="body"/>
          </p:nvPr>
        </p:nvSpPr>
        <p:spPr>
          <a:xfrm>
            <a:off x="722160" y="2906640"/>
            <a:ext cx="7772040" cy="1499760"/>
          </a:xfrm>
          <a:prstGeom prst="rect">
            <a:avLst/>
          </a:prstGeom>
          <a:noFill/>
          <a:ln w="9360">
            <a:noFill/>
          </a:ln>
        </p:spPr>
        <p:txBody>
          <a:bodyPr numCol="1" spcCol="0" anchor="b">
            <a:noAutofit/>
          </a:bodyPr>
          <a:lstStyle/>
          <a:p>
            <a:pPr>
              <a:lnSpc>
                <a:spcPct val="100000"/>
              </a:lnSpc>
              <a:spcBef>
                <a:spcPts val="400"/>
              </a:spcBef>
              <a:buNone/>
              <a:tabLst>
                <a:tab pos="0" algn="l"/>
              </a:tabLst>
            </a:pPr>
            <a:r>
              <a:rPr lang="fr-FR" sz="2000" b="0" strike="noStrike" spc="-1">
                <a:solidFill>
                  <a:srgbClr val="000000"/>
                </a:solidFill>
                <a:latin typeface="Trebuchet MS"/>
                <a:ea typeface="ＭＳ Ｐゴシック"/>
              </a:rPr>
              <a:t>Modifiez les styles du texte du masque</a:t>
            </a:r>
            <a:endParaRPr lang="fr-CA" sz="2000" b="0" strike="noStrike" spc="-1">
              <a:solidFill>
                <a:srgbClr val="000000"/>
              </a:solidFill>
              <a:latin typeface="Trebuchet M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Connecteur en angle 9"/>
          <p:cNvSpPr/>
          <p:nvPr/>
        </p:nvSpPr>
        <p:spPr>
          <a:xfrm flipV="1">
            <a:off x="679320" y="763560"/>
            <a:ext cx="8213400" cy="71640"/>
          </a:xfrm>
          <a:prstGeom prst="bentConnector3">
            <a:avLst>
              <a:gd name="adj1" fmla="val 50000"/>
            </a:avLst>
          </a:prstGeom>
          <a:noFill/>
          <a:ln>
            <a:solidFill>
              <a:srgbClr val="000000"/>
            </a:solidFill>
            <a:round/>
          </a:ln>
          <a:effectLst>
            <a:outerShdw blurRad="39960" dist="20160" dir="5400000" rotWithShape="0">
              <a:srgbClr val="000000">
                <a:alpha val="38000"/>
              </a:srgbClr>
            </a:outerShdw>
          </a:effectLst>
        </p:spPr>
        <p:style>
          <a:lnRef idx="2">
            <a:schemeClr val="dk1"/>
          </a:lnRef>
          <a:fillRef idx="0">
            <a:schemeClr val="dk1"/>
          </a:fillRef>
          <a:effectRef idx="1">
            <a:schemeClr val="dk1"/>
          </a:effectRef>
          <a:fontRef idx="minor"/>
        </p:style>
      </p:sp>
      <p:sp>
        <p:nvSpPr>
          <p:cNvPr id="99" name="Connecteur en angle 10"/>
          <p:cNvSpPr/>
          <p:nvPr/>
        </p:nvSpPr>
        <p:spPr>
          <a:xfrm flipV="1">
            <a:off x="679320" y="685080"/>
            <a:ext cx="8213400" cy="78120"/>
          </a:xfrm>
          <a:prstGeom prst="bentConnector3">
            <a:avLst>
              <a:gd name="adj1" fmla="val 50000"/>
            </a:avLst>
          </a:prstGeom>
          <a:noFill/>
          <a:ln>
            <a:solidFill>
              <a:srgbClr val="FF0000"/>
            </a:solidFill>
            <a:round/>
          </a:ln>
          <a:effectLst>
            <a:outerShdw blurRad="39960" dist="20160" dir="5400000" rotWithShape="0">
              <a:srgbClr val="000000">
                <a:alpha val="38000"/>
              </a:srgbClr>
            </a:outerShdw>
          </a:effectLst>
        </p:spPr>
        <p:style>
          <a:lnRef idx="2">
            <a:schemeClr val="dk1"/>
          </a:lnRef>
          <a:fillRef idx="0">
            <a:schemeClr val="dk1"/>
          </a:fillRef>
          <a:effectRef idx="1">
            <a:schemeClr val="dk1"/>
          </a:effectRef>
          <a:fontRef idx="minor"/>
        </p:style>
      </p:sp>
      <p:pic>
        <p:nvPicPr>
          <p:cNvPr id="100" name="Espace réservé pour une image  4" descr="Nouvelle notification"/>
          <p:cNvPicPr/>
          <p:nvPr/>
        </p:nvPicPr>
        <p:blipFill>
          <a:blip r:embed="rId14"/>
          <a:stretch/>
        </p:blipFill>
        <p:spPr>
          <a:xfrm>
            <a:off x="7668360" y="6416640"/>
            <a:ext cx="1295640" cy="388080"/>
          </a:xfrm>
          <a:prstGeom prst="rect">
            <a:avLst/>
          </a:prstGeom>
          <a:ln w="0">
            <a:noFill/>
          </a:ln>
        </p:spPr>
      </p:pic>
      <p:sp>
        <p:nvSpPr>
          <p:cNvPr id="101" name="Rectangle 2"/>
          <p:cNvSpPr/>
          <p:nvPr/>
        </p:nvSpPr>
        <p:spPr>
          <a:xfrm>
            <a:off x="0" y="297000"/>
            <a:ext cx="678960" cy="39528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sp>
      <p:pic>
        <p:nvPicPr>
          <p:cNvPr id="102" name="Image 1"/>
          <p:cNvPicPr/>
          <p:nvPr/>
        </p:nvPicPr>
        <p:blipFill>
          <a:blip r:embed="rId15"/>
          <a:stretch/>
        </p:blipFill>
        <p:spPr>
          <a:xfrm>
            <a:off x="65160" y="6400800"/>
            <a:ext cx="1553760" cy="396360"/>
          </a:xfrm>
          <a:prstGeom prst="rect">
            <a:avLst/>
          </a:prstGeom>
          <a:ln w="0">
            <a:noFill/>
          </a:ln>
        </p:spPr>
      </p:pic>
      <p:sp>
        <p:nvSpPr>
          <p:cNvPr id="10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r>
              <a:rPr lang="fr-CA" sz="3600" b="0" strike="noStrike" spc="-1">
                <a:solidFill>
                  <a:srgbClr val="000000"/>
                </a:solidFill>
                <a:latin typeface="Arial"/>
              </a:rPr>
              <a:t>Click to edit the title text format</a:t>
            </a:r>
          </a:p>
        </p:txBody>
      </p:sp>
      <p:sp>
        <p:nvSpPr>
          <p:cNvPr id="104"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CA" sz="2800" b="0" strike="noStrike" spc="-1">
                <a:solidFill>
                  <a:srgbClr val="000000"/>
                </a:solidFill>
                <a:latin typeface="Trebuchet MS"/>
              </a:rPr>
              <a:t>Click to edit the outline text format</a:t>
            </a:r>
          </a:p>
          <a:p>
            <a:pPr marL="864000" lvl="1" indent="-324000">
              <a:spcBef>
                <a:spcPts val="1134"/>
              </a:spcBef>
              <a:buClr>
                <a:srgbClr val="000000"/>
              </a:buClr>
              <a:buSzPct val="75000"/>
              <a:buFont typeface="Symbol" charset="2"/>
              <a:buChar char=""/>
            </a:pPr>
            <a:r>
              <a:rPr lang="fr-CA" sz="2000" b="0" strike="noStrike" spc="-1">
                <a:solidFill>
                  <a:srgbClr val="001523"/>
                </a:solidFill>
                <a:latin typeface="Trebuchet MS"/>
              </a:rPr>
              <a:t>Second Outline Level</a:t>
            </a:r>
          </a:p>
          <a:p>
            <a:pPr marL="1296000" lvl="2" indent="-288000">
              <a:spcBef>
                <a:spcPts val="850"/>
              </a:spcBef>
              <a:buClr>
                <a:srgbClr val="000000"/>
              </a:buClr>
              <a:buSzPct val="45000"/>
              <a:buFont typeface="Wingdings" charset="2"/>
              <a:buChar char=""/>
            </a:pPr>
            <a:r>
              <a:rPr lang="fr-CA" sz="1600" b="0" strike="noStrike" spc="-1">
                <a:solidFill>
                  <a:srgbClr val="000000"/>
                </a:solidFill>
                <a:latin typeface="Trebuchet MS"/>
              </a:rPr>
              <a:t>Third Outline Level</a:t>
            </a:r>
          </a:p>
          <a:p>
            <a:pPr marL="1728000" lvl="3" indent="-216000">
              <a:spcBef>
                <a:spcPts val="567"/>
              </a:spcBef>
              <a:buClr>
                <a:srgbClr val="000000"/>
              </a:buClr>
              <a:buSzPct val="75000"/>
              <a:buFont typeface="Symbol" charset="2"/>
              <a:buChar char=""/>
            </a:pPr>
            <a:r>
              <a:rPr lang="fr-CA" sz="2000" b="0" strike="noStrike" spc="-1">
                <a:solidFill>
                  <a:srgbClr val="000000"/>
                </a:solidFill>
                <a:latin typeface="Trebuchet MS"/>
              </a:rPr>
              <a:t>Fourth Outline Level</a:t>
            </a:r>
          </a:p>
          <a:p>
            <a:pPr marL="2160000" lvl="4" indent="-216000">
              <a:spcBef>
                <a:spcPts val="283"/>
              </a:spcBef>
              <a:buClr>
                <a:srgbClr val="000000"/>
              </a:buClr>
              <a:buSzPct val="45000"/>
              <a:buFont typeface="Wingdings" charset="2"/>
              <a:buChar char=""/>
            </a:pPr>
            <a:r>
              <a:rPr lang="fr-CA" sz="2000" b="0" strike="noStrike" spc="-1">
                <a:solidFill>
                  <a:srgbClr val="000000"/>
                </a:solidFill>
                <a:latin typeface="Trebuchet MS"/>
              </a:rPr>
              <a:t>Fifth Outline Level</a:t>
            </a:r>
          </a:p>
          <a:p>
            <a:pPr marL="2592000" lvl="5" indent="-216000">
              <a:spcBef>
                <a:spcPts val="283"/>
              </a:spcBef>
              <a:buClr>
                <a:srgbClr val="000000"/>
              </a:buClr>
              <a:buSzPct val="45000"/>
              <a:buFont typeface="Wingdings" charset="2"/>
              <a:buChar char=""/>
            </a:pPr>
            <a:r>
              <a:rPr lang="fr-CA" sz="2000" b="0" strike="noStrike" spc="-1">
                <a:solidFill>
                  <a:srgbClr val="000000"/>
                </a:solidFill>
                <a:latin typeface="Trebuchet MS"/>
              </a:rPr>
              <a:t>Sixth Outline Level</a:t>
            </a:r>
          </a:p>
          <a:p>
            <a:pPr marL="3024000" lvl="6" indent="-216000">
              <a:spcBef>
                <a:spcPts val="283"/>
              </a:spcBef>
              <a:buClr>
                <a:srgbClr val="000000"/>
              </a:buClr>
              <a:buSzPct val="45000"/>
              <a:buFont typeface="Wingdings" charset="2"/>
              <a:buChar char=""/>
            </a:pPr>
            <a:r>
              <a:rPr lang="fr-CA" sz="2000" b="0" strike="noStrike" spc="-1">
                <a:solidFill>
                  <a:srgbClr val="000000"/>
                </a:solidFill>
                <a:latin typeface="Trebuchet MS"/>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 name="Connecteur en angle 9"/>
          <p:cNvSpPr/>
          <p:nvPr/>
        </p:nvSpPr>
        <p:spPr>
          <a:xfrm flipV="1">
            <a:off x="679320" y="763560"/>
            <a:ext cx="8213400" cy="71640"/>
          </a:xfrm>
          <a:prstGeom prst="bentConnector3">
            <a:avLst>
              <a:gd name="adj1" fmla="val 50000"/>
            </a:avLst>
          </a:prstGeom>
          <a:noFill/>
          <a:ln>
            <a:solidFill>
              <a:srgbClr val="000000"/>
            </a:solidFill>
            <a:round/>
          </a:ln>
          <a:effectLst>
            <a:outerShdw blurRad="39960" dist="20160" dir="5400000" rotWithShape="0">
              <a:srgbClr val="000000">
                <a:alpha val="38000"/>
              </a:srgbClr>
            </a:outerShdw>
          </a:effectLst>
        </p:spPr>
        <p:style>
          <a:lnRef idx="2">
            <a:schemeClr val="dk1"/>
          </a:lnRef>
          <a:fillRef idx="0">
            <a:schemeClr val="dk1"/>
          </a:fillRef>
          <a:effectRef idx="1">
            <a:schemeClr val="dk1"/>
          </a:effectRef>
          <a:fontRef idx="minor"/>
        </p:style>
      </p:sp>
      <p:sp>
        <p:nvSpPr>
          <p:cNvPr id="142" name="Connecteur en angle 10"/>
          <p:cNvSpPr/>
          <p:nvPr/>
        </p:nvSpPr>
        <p:spPr>
          <a:xfrm flipV="1">
            <a:off x="679320" y="685080"/>
            <a:ext cx="8213400" cy="78120"/>
          </a:xfrm>
          <a:prstGeom prst="bentConnector3">
            <a:avLst>
              <a:gd name="adj1" fmla="val 50000"/>
            </a:avLst>
          </a:prstGeom>
          <a:noFill/>
          <a:ln>
            <a:solidFill>
              <a:srgbClr val="FF0000"/>
            </a:solidFill>
            <a:round/>
          </a:ln>
          <a:effectLst>
            <a:outerShdw blurRad="39960" dist="20160" dir="5400000" rotWithShape="0">
              <a:srgbClr val="000000">
                <a:alpha val="38000"/>
              </a:srgbClr>
            </a:outerShdw>
          </a:effectLst>
        </p:spPr>
        <p:style>
          <a:lnRef idx="2">
            <a:schemeClr val="dk1"/>
          </a:lnRef>
          <a:fillRef idx="0">
            <a:schemeClr val="dk1"/>
          </a:fillRef>
          <a:effectRef idx="1">
            <a:schemeClr val="dk1"/>
          </a:effectRef>
          <a:fontRef idx="minor"/>
        </p:style>
      </p:sp>
      <p:pic>
        <p:nvPicPr>
          <p:cNvPr id="143" name="Espace réservé pour une image  4" descr="Nouvelle notification"/>
          <p:cNvPicPr/>
          <p:nvPr/>
        </p:nvPicPr>
        <p:blipFill>
          <a:blip r:embed="rId14"/>
          <a:stretch/>
        </p:blipFill>
        <p:spPr>
          <a:xfrm>
            <a:off x="7668360" y="6416640"/>
            <a:ext cx="1295640" cy="388080"/>
          </a:xfrm>
          <a:prstGeom prst="rect">
            <a:avLst/>
          </a:prstGeom>
          <a:ln w="0">
            <a:noFill/>
          </a:ln>
        </p:spPr>
      </p:pic>
      <p:sp>
        <p:nvSpPr>
          <p:cNvPr id="144" name="Rectangle 2"/>
          <p:cNvSpPr/>
          <p:nvPr/>
        </p:nvSpPr>
        <p:spPr>
          <a:xfrm>
            <a:off x="0" y="297000"/>
            <a:ext cx="678960" cy="39528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sp>
      <p:pic>
        <p:nvPicPr>
          <p:cNvPr id="145" name="Image 1"/>
          <p:cNvPicPr/>
          <p:nvPr/>
        </p:nvPicPr>
        <p:blipFill>
          <a:blip r:embed="rId15"/>
          <a:stretch/>
        </p:blipFill>
        <p:spPr>
          <a:xfrm>
            <a:off x="65160" y="6400800"/>
            <a:ext cx="1553760" cy="396360"/>
          </a:xfrm>
          <a:prstGeom prst="rect">
            <a:avLst/>
          </a:prstGeom>
          <a:ln w="0">
            <a:noFill/>
          </a:ln>
        </p:spPr>
      </p:pic>
      <p:sp>
        <p:nvSpPr>
          <p:cNvPr id="146" name="PlaceHolder 1"/>
          <p:cNvSpPr>
            <a:spLocks noGrp="1"/>
          </p:cNvSpPr>
          <p:nvPr>
            <p:ph type="title"/>
          </p:nvPr>
        </p:nvSpPr>
        <p:spPr>
          <a:xfrm>
            <a:off x="684360" y="-189000"/>
            <a:ext cx="8208720" cy="1142640"/>
          </a:xfrm>
          <a:prstGeom prst="rect">
            <a:avLst/>
          </a:prstGeom>
          <a:noFill/>
          <a:ln w="0">
            <a:noFill/>
          </a:ln>
        </p:spPr>
        <p:txBody>
          <a:bodyPr numCol="1" spcCol="0" anchor="ctr">
            <a:noAutofit/>
          </a:bodyPr>
          <a:lstStyle/>
          <a:p>
            <a:pPr>
              <a:lnSpc>
                <a:spcPct val="100000"/>
              </a:lnSpc>
              <a:buNone/>
            </a:pPr>
            <a:r>
              <a:rPr lang="fr-FR" sz="3600" b="1" strike="noStrike" spc="-1">
                <a:solidFill>
                  <a:srgbClr val="000000"/>
                </a:solidFill>
                <a:latin typeface="Arial"/>
                <a:ea typeface="ＭＳ Ｐゴシック"/>
              </a:rPr>
              <a:t>Modifiez le style du titre</a:t>
            </a:r>
            <a:endParaRPr lang="fr-CA" sz="3600" b="0" strike="noStrike" spc="-1">
              <a:solidFill>
                <a:srgbClr val="000000"/>
              </a:solidFill>
              <a:latin typeface="Arial"/>
            </a:endParaRPr>
          </a:p>
        </p:txBody>
      </p:sp>
      <p:sp>
        <p:nvSpPr>
          <p:cNvPr id="147"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CA" sz="2800" b="0" strike="noStrike" spc="-1">
                <a:solidFill>
                  <a:srgbClr val="000000"/>
                </a:solidFill>
                <a:latin typeface="Trebuchet MS"/>
              </a:rPr>
              <a:t>Click to edit the outline text format</a:t>
            </a:r>
          </a:p>
          <a:p>
            <a:pPr marL="864000" lvl="1" indent="-324000">
              <a:spcBef>
                <a:spcPts val="1134"/>
              </a:spcBef>
              <a:buClr>
                <a:srgbClr val="000000"/>
              </a:buClr>
              <a:buSzPct val="75000"/>
              <a:buFont typeface="Symbol" charset="2"/>
              <a:buChar char=""/>
            </a:pPr>
            <a:r>
              <a:rPr lang="fr-CA" sz="2000" b="0" strike="noStrike" spc="-1">
                <a:solidFill>
                  <a:srgbClr val="001523"/>
                </a:solidFill>
                <a:latin typeface="Trebuchet MS"/>
              </a:rPr>
              <a:t>Second Outline Level</a:t>
            </a:r>
          </a:p>
          <a:p>
            <a:pPr marL="1296000" lvl="2" indent="-288000">
              <a:spcBef>
                <a:spcPts val="850"/>
              </a:spcBef>
              <a:buClr>
                <a:srgbClr val="000000"/>
              </a:buClr>
              <a:buSzPct val="45000"/>
              <a:buFont typeface="Wingdings" charset="2"/>
              <a:buChar char=""/>
            </a:pPr>
            <a:r>
              <a:rPr lang="fr-CA" sz="1600" b="0" strike="noStrike" spc="-1">
                <a:solidFill>
                  <a:srgbClr val="000000"/>
                </a:solidFill>
                <a:latin typeface="Trebuchet MS"/>
              </a:rPr>
              <a:t>Third Outline Level</a:t>
            </a:r>
          </a:p>
          <a:p>
            <a:pPr marL="1728000" lvl="3" indent="-216000">
              <a:spcBef>
                <a:spcPts val="567"/>
              </a:spcBef>
              <a:buClr>
                <a:srgbClr val="000000"/>
              </a:buClr>
              <a:buSzPct val="75000"/>
              <a:buFont typeface="Symbol" charset="2"/>
              <a:buChar char=""/>
            </a:pPr>
            <a:r>
              <a:rPr lang="fr-CA" sz="2000" b="0" strike="noStrike" spc="-1">
                <a:solidFill>
                  <a:srgbClr val="000000"/>
                </a:solidFill>
                <a:latin typeface="Trebuchet MS"/>
              </a:rPr>
              <a:t>Fourth Outline Level</a:t>
            </a:r>
          </a:p>
          <a:p>
            <a:pPr marL="2160000" lvl="4" indent="-216000">
              <a:spcBef>
                <a:spcPts val="283"/>
              </a:spcBef>
              <a:buClr>
                <a:srgbClr val="000000"/>
              </a:buClr>
              <a:buSzPct val="45000"/>
              <a:buFont typeface="Wingdings" charset="2"/>
              <a:buChar char=""/>
            </a:pPr>
            <a:r>
              <a:rPr lang="fr-CA" sz="2000" b="0" strike="noStrike" spc="-1">
                <a:solidFill>
                  <a:srgbClr val="000000"/>
                </a:solidFill>
                <a:latin typeface="Trebuchet MS"/>
              </a:rPr>
              <a:t>Fifth Outline Level</a:t>
            </a:r>
          </a:p>
          <a:p>
            <a:pPr marL="2592000" lvl="5" indent="-216000">
              <a:spcBef>
                <a:spcPts val="283"/>
              </a:spcBef>
              <a:buClr>
                <a:srgbClr val="000000"/>
              </a:buClr>
              <a:buSzPct val="45000"/>
              <a:buFont typeface="Wingdings" charset="2"/>
              <a:buChar char=""/>
            </a:pPr>
            <a:r>
              <a:rPr lang="fr-CA" sz="2000" b="0" strike="noStrike" spc="-1">
                <a:solidFill>
                  <a:srgbClr val="000000"/>
                </a:solidFill>
                <a:latin typeface="Trebuchet MS"/>
              </a:rPr>
              <a:t>Sixth Outline Level</a:t>
            </a:r>
          </a:p>
          <a:p>
            <a:pPr marL="3024000" lvl="6" indent="-216000">
              <a:spcBef>
                <a:spcPts val="283"/>
              </a:spcBef>
              <a:buClr>
                <a:srgbClr val="000000"/>
              </a:buClr>
              <a:buSzPct val="45000"/>
              <a:buFont typeface="Wingdings" charset="2"/>
              <a:buChar char=""/>
            </a:pPr>
            <a:r>
              <a:rPr lang="fr-CA" sz="2000" b="0" strike="noStrike" spc="-1">
                <a:solidFill>
                  <a:srgbClr val="000000"/>
                </a:solidFill>
                <a:latin typeface="Trebuchet MS"/>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 name="Connecteur en angle 9"/>
          <p:cNvSpPr/>
          <p:nvPr/>
        </p:nvSpPr>
        <p:spPr>
          <a:xfrm flipV="1">
            <a:off x="679320" y="763560"/>
            <a:ext cx="8213400" cy="71640"/>
          </a:xfrm>
          <a:prstGeom prst="bentConnector3">
            <a:avLst>
              <a:gd name="adj1" fmla="val 50000"/>
            </a:avLst>
          </a:prstGeom>
          <a:noFill/>
          <a:ln>
            <a:solidFill>
              <a:srgbClr val="000000"/>
            </a:solidFill>
            <a:round/>
          </a:ln>
          <a:effectLst>
            <a:outerShdw blurRad="39960" dist="20160" dir="5400000" rotWithShape="0">
              <a:srgbClr val="000000">
                <a:alpha val="38000"/>
              </a:srgbClr>
            </a:outerShdw>
          </a:effectLst>
        </p:spPr>
        <p:style>
          <a:lnRef idx="2">
            <a:schemeClr val="dk1"/>
          </a:lnRef>
          <a:fillRef idx="0">
            <a:schemeClr val="dk1"/>
          </a:fillRef>
          <a:effectRef idx="1">
            <a:schemeClr val="dk1"/>
          </a:effectRef>
          <a:fontRef idx="minor"/>
        </p:style>
      </p:sp>
      <p:sp>
        <p:nvSpPr>
          <p:cNvPr id="185" name="Connecteur en angle 10"/>
          <p:cNvSpPr/>
          <p:nvPr/>
        </p:nvSpPr>
        <p:spPr>
          <a:xfrm flipV="1">
            <a:off x="679320" y="685080"/>
            <a:ext cx="8213400" cy="78120"/>
          </a:xfrm>
          <a:prstGeom prst="bentConnector3">
            <a:avLst>
              <a:gd name="adj1" fmla="val 50000"/>
            </a:avLst>
          </a:prstGeom>
          <a:noFill/>
          <a:ln>
            <a:solidFill>
              <a:srgbClr val="FF0000"/>
            </a:solidFill>
            <a:round/>
          </a:ln>
          <a:effectLst>
            <a:outerShdw blurRad="39960" dist="20160" dir="5400000" rotWithShape="0">
              <a:srgbClr val="000000">
                <a:alpha val="38000"/>
              </a:srgbClr>
            </a:outerShdw>
          </a:effectLst>
        </p:spPr>
        <p:style>
          <a:lnRef idx="2">
            <a:schemeClr val="dk1"/>
          </a:lnRef>
          <a:fillRef idx="0">
            <a:schemeClr val="dk1"/>
          </a:fillRef>
          <a:effectRef idx="1">
            <a:schemeClr val="dk1"/>
          </a:effectRef>
          <a:fontRef idx="minor"/>
        </p:style>
      </p:sp>
      <p:pic>
        <p:nvPicPr>
          <p:cNvPr id="186" name="Espace réservé pour une image  4" descr="Nouvelle notification"/>
          <p:cNvPicPr/>
          <p:nvPr/>
        </p:nvPicPr>
        <p:blipFill>
          <a:blip r:embed="rId14"/>
          <a:stretch/>
        </p:blipFill>
        <p:spPr>
          <a:xfrm>
            <a:off x="7668360" y="6416640"/>
            <a:ext cx="1295640" cy="388080"/>
          </a:xfrm>
          <a:prstGeom prst="rect">
            <a:avLst/>
          </a:prstGeom>
          <a:ln w="0">
            <a:noFill/>
          </a:ln>
        </p:spPr>
      </p:pic>
      <p:sp>
        <p:nvSpPr>
          <p:cNvPr id="187" name="Rectangle 2"/>
          <p:cNvSpPr/>
          <p:nvPr/>
        </p:nvSpPr>
        <p:spPr>
          <a:xfrm>
            <a:off x="0" y="297000"/>
            <a:ext cx="678960" cy="395280"/>
          </a:xfrm>
          <a:prstGeom prst="rect">
            <a:avLst/>
          </a:prstGeom>
          <a:solidFill>
            <a:srgbClr val="FF0000"/>
          </a:solidFill>
          <a:ln>
            <a:solidFill>
              <a:srgbClr val="FF0000"/>
            </a:solidFill>
            <a:round/>
          </a:ln>
        </p:spPr>
        <p:style>
          <a:lnRef idx="2">
            <a:schemeClr val="accent1">
              <a:shade val="50000"/>
            </a:schemeClr>
          </a:lnRef>
          <a:fillRef idx="1">
            <a:schemeClr val="accent1"/>
          </a:fillRef>
          <a:effectRef idx="0">
            <a:schemeClr val="accent1"/>
          </a:effectRef>
          <a:fontRef idx="minor"/>
        </p:style>
      </p:sp>
      <p:pic>
        <p:nvPicPr>
          <p:cNvPr id="188" name="Image 1"/>
          <p:cNvPicPr/>
          <p:nvPr/>
        </p:nvPicPr>
        <p:blipFill>
          <a:blip r:embed="rId15"/>
          <a:stretch/>
        </p:blipFill>
        <p:spPr>
          <a:xfrm>
            <a:off x="65160" y="6400800"/>
            <a:ext cx="1553760" cy="396360"/>
          </a:xfrm>
          <a:prstGeom prst="rect">
            <a:avLst/>
          </a:prstGeom>
          <a:ln w="0">
            <a:noFill/>
          </a:ln>
        </p:spPr>
      </p:pic>
      <p:sp>
        <p:nvSpPr>
          <p:cNvPr id="189" name="PlaceHolder 1"/>
          <p:cNvSpPr>
            <a:spLocks noGrp="1"/>
          </p:cNvSpPr>
          <p:nvPr>
            <p:ph type="title"/>
          </p:nvPr>
        </p:nvSpPr>
        <p:spPr>
          <a:xfrm>
            <a:off x="684360" y="-189000"/>
            <a:ext cx="8208720" cy="1142640"/>
          </a:xfrm>
          <a:prstGeom prst="rect">
            <a:avLst/>
          </a:prstGeom>
          <a:noFill/>
          <a:ln w="0">
            <a:noFill/>
          </a:ln>
        </p:spPr>
        <p:txBody>
          <a:bodyPr numCol="1" spcCol="0" anchor="ctr">
            <a:noAutofit/>
          </a:bodyPr>
          <a:lstStyle/>
          <a:p>
            <a:pPr>
              <a:lnSpc>
                <a:spcPct val="100000"/>
              </a:lnSpc>
              <a:buNone/>
            </a:pPr>
            <a:r>
              <a:rPr lang="fr-FR" sz="3600" b="1" strike="noStrike" spc="-1">
                <a:solidFill>
                  <a:srgbClr val="000000"/>
                </a:solidFill>
                <a:latin typeface="Arial"/>
                <a:ea typeface="ＭＳ Ｐゴシック"/>
              </a:rPr>
              <a:t>Modifiez le style du titre</a:t>
            </a:r>
            <a:endParaRPr lang="fr-CA" sz="3600" b="0" strike="noStrike" spc="-1">
              <a:solidFill>
                <a:srgbClr val="000000"/>
              </a:solidFill>
              <a:latin typeface="Arial"/>
            </a:endParaRPr>
          </a:p>
        </p:txBody>
      </p:sp>
      <p:sp>
        <p:nvSpPr>
          <p:cNvPr id="190" name="PlaceHolder 2"/>
          <p:cNvSpPr>
            <a:spLocks noGrp="1"/>
          </p:cNvSpPr>
          <p:nvPr>
            <p:ph type="body"/>
          </p:nvPr>
        </p:nvSpPr>
        <p:spPr>
          <a:xfrm>
            <a:off x="679320" y="1125360"/>
            <a:ext cx="8213400" cy="4750920"/>
          </a:xfrm>
          <a:prstGeom prst="rect">
            <a:avLst/>
          </a:prstGeom>
          <a:noFill/>
          <a:ln w="9360">
            <a:noFill/>
          </a:ln>
        </p:spPr>
        <p:txBody>
          <a:bodyPr numCol="1" spcCol="0" anchor="t">
            <a:noAutofit/>
          </a:bodyPr>
          <a:lstStyle/>
          <a:p>
            <a:pPr marL="343080" indent="-343080">
              <a:lnSpc>
                <a:spcPct val="100000"/>
              </a:lnSpc>
              <a:spcBef>
                <a:spcPts val="561"/>
              </a:spcBef>
              <a:buClr>
                <a:srgbClr val="000000"/>
              </a:buClr>
              <a:buFont typeface="Symbol" charset="2"/>
              <a:buChar char=""/>
            </a:pPr>
            <a:r>
              <a:rPr lang="fr-FR" sz="2800" b="0" strike="noStrike" spc="-1">
                <a:solidFill>
                  <a:srgbClr val="000000"/>
                </a:solidFill>
                <a:latin typeface="Trebuchet MS"/>
                <a:ea typeface="ＭＳ Ｐゴシック"/>
              </a:rPr>
              <a:t>Modifiez les styles du texte du masque</a:t>
            </a:r>
            <a:endParaRPr lang="fr-CA" sz="2800" b="0" strike="noStrike" spc="-1">
              <a:solidFill>
                <a:srgbClr val="000000"/>
              </a:solidFill>
              <a:latin typeface="Trebuchet MS"/>
            </a:endParaRPr>
          </a:p>
          <a:p>
            <a:pPr marL="743040" lvl="1" indent="-285840">
              <a:lnSpc>
                <a:spcPct val="100000"/>
              </a:lnSpc>
              <a:spcBef>
                <a:spcPts val="479"/>
              </a:spcBef>
              <a:buClr>
                <a:srgbClr val="001523"/>
              </a:buClr>
              <a:buFont typeface="Wingdings" charset="2"/>
              <a:buChar char=""/>
            </a:pPr>
            <a:r>
              <a:rPr lang="fr-FR" sz="2400" b="0" strike="noStrike" spc="-1">
                <a:solidFill>
                  <a:srgbClr val="001523"/>
                </a:solidFill>
                <a:latin typeface="Trebuchet MS"/>
                <a:ea typeface="ＭＳ Ｐゴシック"/>
              </a:rPr>
              <a:t>Deuxième niveau</a:t>
            </a:r>
            <a:endParaRPr lang="fr-CA" sz="2400" b="0" strike="noStrike" spc="-1">
              <a:solidFill>
                <a:srgbClr val="001523"/>
              </a:solidFill>
              <a:latin typeface="Trebuchet MS"/>
            </a:endParaRPr>
          </a:p>
          <a:p>
            <a:pPr marL="1143000" lvl="2" indent="-228600">
              <a:lnSpc>
                <a:spcPct val="100000"/>
              </a:lnSpc>
              <a:spcBef>
                <a:spcPts val="400"/>
              </a:spcBef>
              <a:buClr>
                <a:srgbClr val="001523"/>
              </a:buClr>
              <a:buFont typeface="Wingdings" charset="2"/>
              <a:buChar char=""/>
            </a:pPr>
            <a:r>
              <a:rPr lang="fr-FR" sz="2000" b="0" strike="noStrike" spc="-1">
                <a:solidFill>
                  <a:srgbClr val="001523"/>
                </a:solidFill>
                <a:latin typeface="Trebuchet MS"/>
                <a:ea typeface="ＭＳ Ｐゴシック"/>
              </a:rPr>
              <a:t>Troisième niveau</a:t>
            </a:r>
            <a:endParaRPr lang="fr-CA" sz="2000" b="0" strike="noStrike" spc="-1">
              <a:solidFill>
                <a:srgbClr val="000000"/>
              </a:solidFill>
              <a:latin typeface="Trebuchet MS"/>
            </a:endParaRPr>
          </a:p>
          <a:p>
            <a:pPr marL="1600200" lvl="3" indent="-228600">
              <a:lnSpc>
                <a:spcPct val="100000"/>
              </a:lnSpc>
              <a:spcBef>
                <a:spcPts val="320"/>
              </a:spcBef>
              <a:buClr>
                <a:srgbClr val="000000"/>
              </a:buClr>
              <a:buFont typeface="Symbol" charset="2"/>
              <a:buChar char=""/>
            </a:pPr>
            <a:r>
              <a:rPr lang="fr-FR" sz="1600" b="0" strike="noStrike" spc="-1">
                <a:solidFill>
                  <a:srgbClr val="000000"/>
                </a:solidFill>
                <a:latin typeface="Trebuchet MS"/>
                <a:ea typeface="ＭＳ Ｐゴシック"/>
              </a:rPr>
              <a:t>Quatrième niveau</a:t>
            </a:r>
            <a:endParaRPr lang="fr-CA" sz="1600" b="0" strike="noStrike" spc="-1">
              <a:solidFill>
                <a:srgbClr val="000000"/>
              </a:solidFill>
              <a:latin typeface="Trebuchet MS"/>
            </a:endParaRPr>
          </a:p>
          <a:p>
            <a:pPr marL="2057400" lvl="4" indent="-228600">
              <a:lnSpc>
                <a:spcPct val="100000"/>
              </a:lnSpc>
              <a:spcBef>
                <a:spcPts val="400"/>
              </a:spcBef>
              <a:buClr>
                <a:srgbClr val="000000"/>
              </a:buClr>
              <a:buFont typeface="StarSymbol"/>
              <a:buChar char="»"/>
            </a:pPr>
            <a:r>
              <a:rPr lang="fr-FR" sz="2000" b="0" strike="noStrike" spc="-1">
                <a:solidFill>
                  <a:srgbClr val="000000"/>
                </a:solidFill>
                <a:latin typeface="Trebuchet MS"/>
                <a:ea typeface="ＭＳ Ｐゴシック"/>
              </a:rPr>
              <a:t>Cinquième niveau</a:t>
            </a:r>
            <a:endParaRPr lang="fr-CA" sz="2000" b="0" strike="noStrike" spc="-1">
              <a:solidFill>
                <a:srgbClr val="000000"/>
              </a:solidFill>
              <a:latin typeface="Trebuchet MS"/>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2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1.xml"/></Relationships>
</file>

<file path=ppt/slides/_rels/slide2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png"/><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 name="Image 3"/>
          <p:cNvPicPr/>
          <p:nvPr/>
        </p:nvPicPr>
        <p:blipFill>
          <a:blip r:embed="rId3"/>
          <a:stretch/>
        </p:blipFill>
        <p:spPr>
          <a:xfrm>
            <a:off x="3475440" y="116640"/>
            <a:ext cx="2320560" cy="1256760"/>
          </a:xfrm>
          <a:prstGeom prst="rect">
            <a:avLst/>
          </a:prstGeom>
          <a:ln w="0">
            <a:noFill/>
          </a:ln>
        </p:spPr>
      </p:pic>
      <p:pic>
        <p:nvPicPr>
          <p:cNvPr id="235" name="Image 6"/>
          <p:cNvPicPr/>
          <p:nvPr/>
        </p:nvPicPr>
        <p:blipFill>
          <a:blip r:embed="rId4"/>
          <a:stretch/>
        </p:blipFill>
        <p:spPr>
          <a:xfrm>
            <a:off x="7668360" y="6307200"/>
            <a:ext cx="1295640" cy="514800"/>
          </a:xfrm>
          <a:prstGeom prst="rect">
            <a:avLst/>
          </a:prstGeom>
          <a:ln w="0">
            <a:noFill/>
          </a:ln>
        </p:spPr>
      </p:pic>
      <p:sp>
        <p:nvSpPr>
          <p:cNvPr id="236" name="PlaceHolder 1"/>
          <p:cNvSpPr>
            <a:spLocks noGrp="1"/>
          </p:cNvSpPr>
          <p:nvPr>
            <p:ph type="title"/>
          </p:nvPr>
        </p:nvSpPr>
        <p:spPr>
          <a:xfrm>
            <a:off x="223862" y="2169000"/>
            <a:ext cx="8751541" cy="2520000"/>
          </a:xfrm>
          <a:prstGeom prst="rect">
            <a:avLst/>
          </a:prstGeom>
          <a:noFill/>
          <a:ln w="0">
            <a:noFill/>
          </a:ln>
        </p:spPr>
        <p:txBody>
          <a:bodyPr numCol="1" spcCol="0" anchor="ctr">
            <a:noAutofit/>
          </a:bodyPr>
          <a:lstStyle/>
          <a:p>
            <a:pPr algn="ctr">
              <a:lnSpc>
                <a:spcPct val="100000"/>
              </a:lnSpc>
            </a:pPr>
            <a:r>
              <a:rPr lang="fr-FR" sz="4800" b="1" strike="noStrike" spc="-1" dirty="0">
                <a:solidFill>
                  <a:srgbClr val="E2001A"/>
                </a:solidFill>
                <a:latin typeface="Calibri"/>
                <a:ea typeface="ＭＳ Ｐゴシック"/>
              </a:rPr>
              <a:t>THEME: </a:t>
            </a:r>
            <a:r>
              <a:rPr lang="fr-FR" sz="4800" spc="-1">
                <a:solidFill>
                  <a:srgbClr val="FF0000"/>
                </a:solidFill>
                <a:latin typeface="Arial"/>
                <a:ea typeface="ＭＳ Ｐゴシック"/>
                <a:cs typeface="Arial"/>
              </a:rPr>
              <a:t>Généralités</a:t>
            </a:r>
            <a:r>
              <a:rPr lang="fr-FR" sz="4800" spc="-1" dirty="0">
                <a:solidFill>
                  <a:srgbClr val="FF0000"/>
                </a:solidFill>
                <a:ea typeface="+mj-lt"/>
                <a:cs typeface="+mj-lt"/>
              </a:rPr>
              <a:t> </a:t>
            </a:r>
            <a:r>
              <a:rPr lang="fr-FR" sz="4800" strike="noStrike" spc="-1" dirty="0">
                <a:solidFill>
                  <a:srgbClr val="FF0000"/>
                </a:solidFill>
                <a:ea typeface="+mj-lt"/>
                <a:cs typeface="+mj-lt"/>
              </a:rPr>
              <a:t>et </a:t>
            </a:r>
            <a:r>
              <a:rPr lang="fr-FR" sz="4800" spc="-1" dirty="0">
                <a:solidFill>
                  <a:srgbClr val="FF0000"/>
                </a:solidFill>
                <a:ea typeface="+mj-lt"/>
                <a:cs typeface="+mj-lt"/>
              </a:rPr>
              <a:t>rappels sur la programmation orientée</a:t>
            </a:r>
            <a:r>
              <a:rPr lang="fr-FR" sz="4800" strike="noStrike" spc="-1" dirty="0">
                <a:solidFill>
                  <a:srgbClr val="FF0000"/>
                </a:solidFill>
                <a:ea typeface="+mj-lt"/>
                <a:cs typeface="+mj-lt"/>
              </a:rPr>
              <a:t> </a:t>
            </a:r>
            <a:r>
              <a:rPr lang="fr-FR" sz="4800" spc="-1" dirty="0">
                <a:solidFill>
                  <a:srgbClr val="FF0000"/>
                </a:solidFill>
                <a:ea typeface="+mj-lt"/>
                <a:cs typeface="+mj-lt"/>
              </a:rPr>
              <a:t>avec java </a:t>
            </a:r>
            <a:endParaRPr lang="fr-CA" sz="4800" b="0" strike="noStrike" spc="-1">
              <a:solidFill>
                <a:srgbClr val="FF0000"/>
              </a:solidFill>
              <a:latin typeface="Arial"/>
            </a:endParaRPr>
          </a:p>
        </p:txBody>
      </p:sp>
      <p:sp>
        <p:nvSpPr>
          <p:cNvPr id="237" name="TextBox 1"/>
          <p:cNvSpPr/>
          <p:nvPr/>
        </p:nvSpPr>
        <p:spPr>
          <a:xfrm>
            <a:off x="5892674" y="5153330"/>
            <a:ext cx="3075447" cy="92187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endParaRPr lang="en-US" b="1" spc="-1" dirty="0">
              <a:solidFill>
                <a:srgbClr val="000000"/>
              </a:solidFill>
              <a:latin typeface="Arial"/>
              <a:ea typeface="ＭＳ Ｐゴシック"/>
            </a:endParaRPr>
          </a:p>
          <a:p>
            <a:r>
              <a:rPr lang="en-US" spc="-1" dirty="0" err="1">
                <a:solidFill>
                  <a:srgbClr val="000000"/>
                </a:solidFill>
                <a:ea typeface="+mn-lt"/>
                <a:cs typeface="+mn-lt"/>
              </a:rPr>
              <a:t>Présenté</a:t>
            </a:r>
            <a:r>
              <a:rPr lang="en-US" spc="-1" dirty="0">
                <a:solidFill>
                  <a:srgbClr val="000000"/>
                </a:solidFill>
                <a:ea typeface="+mn-lt"/>
                <a:cs typeface="+mn-lt"/>
              </a:rPr>
              <a:t> par :</a:t>
            </a:r>
            <a:endParaRPr lang="en-US" dirty="0">
              <a:ea typeface="+mn-lt"/>
              <a:cs typeface="+mn-lt"/>
            </a:endParaRPr>
          </a:p>
          <a:p>
            <a:r>
              <a:rPr lang="en-US" b="1" spc="-1">
                <a:solidFill>
                  <a:srgbClr val="000000"/>
                </a:solidFill>
                <a:latin typeface="Arial"/>
                <a:ea typeface="ＭＳ Ｐゴシック"/>
              </a:rPr>
              <a:t>Ibrahim</a:t>
            </a:r>
            <a:r>
              <a:rPr lang="en-US" sz="1800" b="1" strike="noStrike" spc="-1">
                <a:solidFill>
                  <a:srgbClr val="000000"/>
                </a:solidFill>
                <a:latin typeface="Arial"/>
                <a:ea typeface="ＭＳ Ｐゴシック"/>
              </a:rPr>
              <a:t> </a:t>
            </a:r>
            <a:r>
              <a:rPr lang="en-US" sz="1800" b="1" strike="noStrike" spc="-1" dirty="0">
                <a:solidFill>
                  <a:srgbClr val="000000"/>
                </a:solidFill>
                <a:latin typeface="Arial"/>
                <a:ea typeface="ＭＳ Ｐゴシック"/>
              </a:rPr>
              <a:t>SAVADOGO</a:t>
            </a:r>
            <a:endParaRPr lang="en-US" sz="18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755640" y="151920"/>
            <a:ext cx="8208720" cy="540360"/>
          </a:xfrm>
          <a:prstGeom prst="rect">
            <a:avLst/>
          </a:prstGeom>
          <a:noFill/>
          <a:ln w="0">
            <a:noFill/>
          </a:ln>
        </p:spPr>
        <p:txBody>
          <a:bodyPr numCol="1" spcCol="0" anchor="t">
            <a:noAutofit/>
          </a:bodyPr>
          <a:lstStyle/>
          <a:p>
            <a:pPr>
              <a:lnSpc>
                <a:spcPct val="100000"/>
              </a:lnSpc>
              <a:buNone/>
            </a:pPr>
            <a:r>
              <a:rPr lang="fr-CA" sz="2300" b="1" strike="noStrike" spc="-1">
                <a:solidFill>
                  <a:srgbClr val="FF0000"/>
                </a:solidFill>
                <a:latin typeface="Trebuchet MS"/>
                <a:ea typeface="ＭＳ Ｐゴシック"/>
              </a:rPr>
              <a:t>SOMMAIRE</a:t>
            </a:r>
            <a:endParaRPr lang="fr-CA" sz="2300" b="0" strike="noStrike" spc="-1">
              <a:solidFill>
                <a:srgbClr val="000000"/>
              </a:solidFill>
              <a:latin typeface="Arial"/>
            </a:endParaRPr>
          </a:p>
        </p:txBody>
      </p:sp>
      <p:pic>
        <p:nvPicPr>
          <p:cNvPr id="240" name="Image 4"/>
          <p:cNvPicPr/>
          <p:nvPr/>
        </p:nvPicPr>
        <p:blipFill>
          <a:blip r:embed="rId2"/>
          <a:stretch/>
        </p:blipFill>
        <p:spPr>
          <a:xfrm>
            <a:off x="7668360" y="6307200"/>
            <a:ext cx="1295640" cy="514800"/>
          </a:xfrm>
          <a:prstGeom prst="rect">
            <a:avLst/>
          </a:prstGeom>
          <a:ln w="0">
            <a:noFill/>
          </a:ln>
        </p:spPr>
      </p:pic>
      <p:sp>
        <p:nvSpPr>
          <p:cNvPr id="241" name="TextBox 5"/>
          <p:cNvSpPr/>
          <p:nvPr/>
        </p:nvSpPr>
        <p:spPr>
          <a:xfrm>
            <a:off x="842040" y="1268640"/>
            <a:ext cx="7616160" cy="34148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CA" sz="2400" b="0" strike="noStrike" spc="-1">
                <a:solidFill>
                  <a:srgbClr val="FF0000"/>
                </a:solidFill>
                <a:latin typeface="Trebuchet MS"/>
                <a:ea typeface="ＭＳ Ｐゴシック"/>
              </a:rPr>
              <a:t>I.     INTRODUCTION</a:t>
            </a:r>
            <a:endParaRPr lang="en-US" sz="2400" b="0" strike="noStrike" spc="-1">
              <a:latin typeface="Arial"/>
            </a:endParaRPr>
          </a:p>
          <a:p>
            <a:pPr>
              <a:lnSpc>
                <a:spcPct val="100000"/>
              </a:lnSpc>
              <a:buNone/>
            </a:pPr>
            <a:r>
              <a:rPr lang="fr-CA" sz="2400" b="0" strike="noStrike" spc="-1">
                <a:solidFill>
                  <a:srgbClr val="FF0000"/>
                </a:solidFill>
                <a:latin typeface="Trebuchet MS"/>
                <a:ea typeface="ＭＳ Ｐゴシック"/>
              </a:rPr>
              <a:t>II.    VARIABLES ET TYPE DE DONNEES</a:t>
            </a:r>
            <a:endParaRPr lang="en-US" sz="2400" b="0" strike="noStrike" spc="-1">
              <a:latin typeface="Arial"/>
            </a:endParaRPr>
          </a:p>
          <a:p>
            <a:pPr>
              <a:lnSpc>
                <a:spcPct val="100000"/>
              </a:lnSpc>
              <a:buNone/>
            </a:pPr>
            <a:r>
              <a:rPr lang="fr-CA" sz="2400" b="0" strike="noStrike" spc="-1">
                <a:solidFill>
                  <a:srgbClr val="FF0000"/>
                </a:solidFill>
                <a:latin typeface="Trebuchet MS"/>
                <a:ea typeface="ＭＳ Ｐゴシック"/>
              </a:rPr>
              <a:t>III.   STRUCTURES DE CONTROL</a:t>
            </a:r>
            <a:endParaRPr lang="en-US" sz="2400" b="0" strike="noStrike" spc="-1">
              <a:latin typeface="Arial"/>
            </a:endParaRPr>
          </a:p>
          <a:p>
            <a:pPr>
              <a:lnSpc>
                <a:spcPct val="100000"/>
              </a:lnSpc>
              <a:buNone/>
            </a:pPr>
            <a:r>
              <a:rPr lang="fr-CA" sz="2400" b="0" strike="noStrike" spc="-1">
                <a:solidFill>
                  <a:srgbClr val="FF0000"/>
                </a:solidFill>
                <a:latin typeface="Trebuchet MS"/>
                <a:ea typeface="ＭＳ Ｐゴシック"/>
              </a:rPr>
              <a:t>IV.   METHODES</a:t>
            </a:r>
            <a:endParaRPr lang="en-US" sz="2400" b="0" strike="noStrike" spc="-1">
              <a:latin typeface="Arial"/>
            </a:endParaRPr>
          </a:p>
          <a:p>
            <a:pPr>
              <a:lnSpc>
                <a:spcPct val="100000"/>
              </a:lnSpc>
              <a:buNone/>
            </a:pPr>
            <a:r>
              <a:rPr lang="fr-FR" sz="2400" b="0" strike="noStrike" spc="-1">
                <a:solidFill>
                  <a:srgbClr val="FF0000"/>
                </a:solidFill>
                <a:latin typeface="Trebuchet MS"/>
                <a:ea typeface="ＭＳ Ｐゴシック"/>
              </a:rPr>
              <a:t>V.    CLASSES ET OBJETS</a:t>
            </a:r>
            <a:endParaRPr lang="en-US" sz="2400" b="0" strike="noStrike" spc="-1">
              <a:latin typeface="Arial"/>
            </a:endParaRPr>
          </a:p>
          <a:p>
            <a:pPr>
              <a:lnSpc>
                <a:spcPct val="100000"/>
              </a:lnSpc>
              <a:buNone/>
            </a:pPr>
            <a:r>
              <a:rPr lang="en-US" sz="2400" b="0" strike="noStrike" spc="-1">
                <a:solidFill>
                  <a:srgbClr val="FF0000"/>
                </a:solidFill>
                <a:latin typeface="Trebuchet MS"/>
                <a:ea typeface="ＭＳ Ｐゴシック"/>
              </a:rPr>
              <a:t>VI.   CONSTRUCTEUR</a:t>
            </a:r>
            <a:endParaRPr lang="en-US" sz="2400" b="0" strike="noStrike" spc="-1">
              <a:latin typeface="Arial"/>
            </a:endParaRPr>
          </a:p>
          <a:p>
            <a:pPr>
              <a:lnSpc>
                <a:spcPct val="100000"/>
              </a:lnSpc>
              <a:buNone/>
            </a:pPr>
            <a:r>
              <a:rPr lang="fr-FR" sz="2400" b="0" strike="noStrike" spc="-1">
                <a:solidFill>
                  <a:srgbClr val="FF0000"/>
                </a:solidFill>
                <a:latin typeface="Trebuchet MS"/>
                <a:ea typeface="Arial"/>
              </a:rPr>
              <a:t>VII.  PROGRAMMATION ORIENTÉE OBJET (POO)</a:t>
            </a:r>
            <a:endParaRPr lang="en-US" sz="2400" b="0" strike="noStrike" spc="-1">
              <a:latin typeface="Arial"/>
            </a:endParaRPr>
          </a:p>
          <a:p>
            <a:pPr>
              <a:lnSpc>
                <a:spcPct val="100000"/>
              </a:lnSpc>
              <a:buNone/>
            </a:pPr>
            <a:r>
              <a:rPr lang="fr-CA" sz="2400" b="0" strike="noStrike" spc="-1">
                <a:solidFill>
                  <a:srgbClr val="FF0000"/>
                </a:solidFill>
                <a:latin typeface="Trebuchet MS"/>
                <a:ea typeface="ＭＳ Ｐゴシック"/>
              </a:rPr>
              <a:t>VIII. ÉCOSYSTÈME JAVA</a:t>
            </a:r>
            <a:endParaRPr lang="en-US" sz="2400" b="0" strike="noStrike" spc="-1">
              <a:latin typeface="Arial"/>
            </a:endParaRPr>
          </a:p>
          <a:p>
            <a:pPr>
              <a:lnSpc>
                <a:spcPct val="100000"/>
              </a:lnSpc>
              <a:buNone/>
            </a:pPr>
            <a:endParaRPr lang="en-US" sz="2400" b="0" strike="noStrike" spc="-1">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755640" y="151920"/>
            <a:ext cx="8208720" cy="540360"/>
          </a:xfrm>
          <a:prstGeom prst="rect">
            <a:avLst/>
          </a:prstGeom>
          <a:noFill/>
          <a:ln w="0">
            <a:noFill/>
          </a:ln>
        </p:spPr>
        <p:txBody>
          <a:bodyPr numCol="1" spcCol="0" anchor="t">
            <a:noAutofit/>
          </a:bodyPr>
          <a:lstStyle/>
          <a:p>
            <a:pPr>
              <a:lnSpc>
                <a:spcPct val="100000"/>
              </a:lnSpc>
              <a:buNone/>
            </a:pPr>
            <a:r>
              <a:rPr lang="fr-CA" sz="2400" b="1" strike="noStrike" spc="-1">
                <a:solidFill>
                  <a:srgbClr val="FF0000"/>
                </a:solidFill>
                <a:latin typeface="Arial"/>
                <a:ea typeface="ＭＳ Ｐゴシック"/>
              </a:rPr>
              <a:t>I. INTRODUCTION</a:t>
            </a:r>
            <a:endParaRPr lang="fr-CA" sz="2400" b="0" strike="noStrike" spc="-1">
              <a:solidFill>
                <a:srgbClr val="000000"/>
              </a:solidFill>
              <a:latin typeface="Arial"/>
            </a:endParaRPr>
          </a:p>
        </p:txBody>
      </p:sp>
      <p:pic>
        <p:nvPicPr>
          <p:cNvPr id="244" name="Image 5"/>
          <p:cNvPicPr/>
          <p:nvPr/>
        </p:nvPicPr>
        <p:blipFill>
          <a:blip r:embed="rId3"/>
          <a:stretch/>
        </p:blipFill>
        <p:spPr>
          <a:xfrm>
            <a:off x="7596360" y="6307200"/>
            <a:ext cx="1295640" cy="514800"/>
          </a:xfrm>
          <a:prstGeom prst="rect">
            <a:avLst/>
          </a:prstGeom>
          <a:ln w="0">
            <a:noFill/>
          </a:ln>
        </p:spPr>
      </p:pic>
      <p:pic>
        <p:nvPicPr>
          <p:cNvPr id="245" name="Picture 9"/>
          <p:cNvPicPr/>
          <p:nvPr/>
        </p:nvPicPr>
        <p:blipFill>
          <a:blip r:embed="rId4"/>
          <a:stretch/>
        </p:blipFill>
        <p:spPr>
          <a:xfrm>
            <a:off x="5001120" y="1772640"/>
            <a:ext cx="3816000" cy="3895200"/>
          </a:xfrm>
          <a:prstGeom prst="rect">
            <a:avLst/>
          </a:prstGeom>
          <a:ln w="0">
            <a:noFill/>
          </a:ln>
        </p:spPr>
      </p:pic>
      <p:sp>
        <p:nvSpPr>
          <p:cNvPr id="246" name="TextBox 10"/>
          <p:cNvSpPr/>
          <p:nvPr/>
        </p:nvSpPr>
        <p:spPr>
          <a:xfrm>
            <a:off x="5379480" y="6122520"/>
            <a:ext cx="223200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strike="noStrike" spc="-1">
                <a:solidFill>
                  <a:srgbClr val="000000"/>
                </a:solidFill>
                <a:latin typeface="Arial"/>
                <a:ea typeface="ＭＳ Ｐゴシック"/>
              </a:rPr>
              <a:t>       </a:t>
            </a:r>
            <a:r>
              <a:rPr lang="en-US" sz="1800" b="1" strike="noStrike" spc="-1">
                <a:solidFill>
                  <a:srgbClr val="000000"/>
                </a:solidFill>
                <a:latin typeface="Arial"/>
                <a:ea typeface="ＭＳ Ｐゴシック"/>
              </a:rPr>
              <a:t>Tiobe index</a:t>
            </a:r>
            <a:endParaRPr lang="en-US" sz="1800" b="0" strike="noStrike" spc="-1">
              <a:latin typeface="Arial"/>
            </a:endParaRPr>
          </a:p>
        </p:txBody>
      </p:sp>
      <p:sp>
        <p:nvSpPr>
          <p:cNvPr id="247" name="TextBox 13"/>
          <p:cNvSpPr/>
          <p:nvPr/>
        </p:nvSpPr>
        <p:spPr>
          <a:xfrm>
            <a:off x="395640" y="1451520"/>
            <a:ext cx="4274640" cy="369186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800" b="0" strike="noStrike" spc="-1">
                <a:solidFill>
                  <a:srgbClr val="000000"/>
                </a:solidFill>
                <a:latin typeface="Arial"/>
                <a:ea typeface="ＭＳ Ｐゴシック"/>
              </a:rPr>
              <a:t>Java, Initié en 1991, par James et son équipe chez Sun Microsystems. Initialement (Oak).</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endParaRPr lang="en-US" sz="1800" b="0" strike="noStrike" spc="-1">
              <a:latin typeface="Arial"/>
              <a:ea typeface="ＭＳ Ｐゴシック"/>
            </a:endParaRPr>
          </a:p>
          <a:p>
            <a:pPr>
              <a:lnSpc>
                <a:spcPct val="100000"/>
              </a:lnSpc>
              <a:buNone/>
            </a:pPr>
            <a:endParaRPr lang="en-US" sz="1800" b="0" strike="noStrike" spc="-1">
              <a:latin typeface="Arial"/>
              <a:ea typeface="ＭＳ Ｐゴシック"/>
            </a:endParaRPr>
          </a:p>
        </p:txBody>
      </p:sp>
      <p:pic>
        <p:nvPicPr>
          <p:cNvPr id="248" name="Picture 15"/>
          <p:cNvPicPr/>
          <p:nvPr/>
        </p:nvPicPr>
        <p:blipFill>
          <a:blip r:embed="rId5"/>
          <a:stretch/>
        </p:blipFill>
        <p:spPr>
          <a:xfrm>
            <a:off x="606871" y="2566007"/>
            <a:ext cx="3583800" cy="2579967"/>
          </a:xfrm>
          <a:prstGeom prst="rect">
            <a:avLst/>
          </a:prstGeom>
          <a:ln w="0">
            <a:noFill/>
          </a:ln>
        </p:spPr>
      </p:pic>
      <p:sp>
        <p:nvSpPr>
          <p:cNvPr id="2" name="TextBox 1">
            <a:extLst>
              <a:ext uri="{FF2B5EF4-FFF2-40B4-BE49-F238E27FC236}">
                <a16:creationId xmlns:a16="http://schemas.microsoft.com/office/drawing/2014/main" id="{DC8C83A3-AE07-89BE-4B52-38738712319F}"/>
              </a:ext>
            </a:extLst>
          </p:cNvPr>
          <p:cNvSpPr txBox="1"/>
          <p:nvPr/>
        </p:nvSpPr>
        <p:spPr>
          <a:xfrm>
            <a:off x="533334" y="5471807"/>
            <a:ext cx="365597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cs typeface="Arial"/>
              </a:rPr>
              <a:t>Renommé en 1995 avec la sortie de JDK 1.0.</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7"/>
                                        </p:tgtEl>
                                        <p:attrNameLst>
                                          <p:attrName>style.visibility</p:attrName>
                                        </p:attrNameLst>
                                      </p:cBhvr>
                                      <p:to>
                                        <p:strVal val="visible"/>
                                      </p:to>
                                    </p:set>
                                    <p:animEffect transition="in" filter="fade">
                                      <p:cBhvr>
                                        <p:cTn id="7" dur="500"/>
                                        <p:tgtEl>
                                          <p:spTgt spid="24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4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755640" y="151920"/>
            <a:ext cx="8208720" cy="540360"/>
          </a:xfrm>
          <a:prstGeom prst="rect">
            <a:avLst/>
          </a:prstGeom>
          <a:noFill/>
          <a:ln w="0">
            <a:noFill/>
          </a:ln>
        </p:spPr>
        <p:txBody>
          <a:bodyPr numCol="1" spcCol="0" anchor="t">
            <a:noAutofit/>
          </a:bodyPr>
          <a:lstStyle/>
          <a:p>
            <a:pPr>
              <a:lnSpc>
                <a:spcPct val="100000"/>
              </a:lnSpc>
              <a:buNone/>
            </a:pPr>
            <a:r>
              <a:rPr lang="fr-CA" sz="2300" b="1" strike="noStrike" spc="-1">
                <a:solidFill>
                  <a:srgbClr val="FF0000"/>
                </a:solidFill>
                <a:latin typeface="Trebuchet MS"/>
                <a:ea typeface="ＭＳ Ｐゴシック"/>
              </a:rPr>
              <a:t>II. VARIABLES ET TYPE DE DONNEES</a:t>
            </a:r>
            <a:endParaRPr lang="fr-CA" sz="2300" b="0" strike="noStrike" spc="-1">
              <a:solidFill>
                <a:srgbClr val="000000"/>
              </a:solidFill>
              <a:latin typeface="Arial"/>
            </a:endParaRPr>
          </a:p>
        </p:txBody>
      </p:sp>
      <p:pic>
        <p:nvPicPr>
          <p:cNvPr id="251" name="Image 1"/>
          <p:cNvPicPr/>
          <p:nvPr/>
        </p:nvPicPr>
        <p:blipFill>
          <a:blip r:embed="rId2"/>
          <a:stretch/>
        </p:blipFill>
        <p:spPr>
          <a:xfrm>
            <a:off x="65160" y="6400800"/>
            <a:ext cx="1553760" cy="396360"/>
          </a:xfrm>
          <a:prstGeom prst="rect">
            <a:avLst/>
          </a:prstGeom>
          <a:ln w="0">
            <a:noFill/>
          </a:ln>
        </p:spPr>
      </p:pic>
      <p:pic>
        <p:nvPicPr>
          <p:cNvPr id="252" name="Image 4"/>
          <p:cNvPicPr/>
          <p:nvPr/>
        </p:nvPicPr>
        <p:blipFill>
          <a:blip r:embed="rId3"/>
          <a:stretch/>
        </p:blipFill>
        <p:spPr>
          <a:xfrm>
            <a:off x="7668360" y="6307200"/>
            <a:ext cx="1295640" cy="514800"/>
          </a:xfrm>
          <a:prstGeom prst="rect">
            <a:avLst/>
          </a:prstGeom>
          <a:ln w="0">
            <a:noFill/>
          </a:ln>
        </p:spPr>
      </p:pic>
      <p:sp>
        <p:nvSpPr>
          <p:cNvPr id="253" name="TextBox 3"/>
          <p:cNvSpPr/>
          <p:nvPr/>
        </p:nvSpPr>
        <p:spPr>
          <a:xfrm>
            <a:off x="683640" y="980640"/>
            <a:ext cx="748836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1" strike="noStrike" spc="-1">
                <a:solidFill>
                  <a:srgbClr val="000000"/>
                </a:solidFill>
                <a:latin typeface="Arial"/>
                <a:ea typeface="ＭＳ Ｐゴシック"/>
              </a:rPr>
              <a:t>Variable</a:t>
            </a:r>
            <a:r>
              <a:rPr lang="en-US" sz="1800" b="0" strike="noStrike" spc="-1">
                <a:solidFill>
                  <a:srgbClr val="000000"/>
                </a:solidFill>
                <a:latin typeface="Arial"/>
                <a:ea typeface="ＭＳ Ｐゴシック"/>
              </a:rPr>
              <a:t>=  espace de stockage pour une donee (reutiliser, modifier) .</a:t>
            </a:r>
            <a:endParaRPr lang="en-US" sz="1800" b="0" strike="noStrike" spc="-1">
              <a:latin typeface="Arial"/>
            </a:endParaRPr>
          </a:p>
        </p:txBody>
      </p:sp>
      <p:sp>
        <p:nvSpPr>
          <p:cNvPr id="254" name="TextBox 5"/>
          <p:cNvSpPr/>
          <p:nvPr/>
        </p:nvSpPr>
        <p:spPr>
          <a:xfrm>
            <a:off x="3196279" y="2083556"/>
            <a:ext cx="6480360" cy="379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1" strike="noStrike" spc="-1">
                <a:solidFill>
                  <a:srgbClr val="000000"/>
                </a:solidFill>
                <a:latin typeface="Arial"/>
                <a:ea typeface="ＭＳ Ｐゴシック"/>
              </a:rPr>
              <a:t>Type de variable</a:t>
            </a:r>
            <a:endParaRPr lang="en-US" sz="1800" b="0" strike="noStrike" spc="-1">
              <a:latin typeface="Arial"/>
            </a:endParaRPr>
          </a:p>
          <a:p>
            <a:pPr>
              <a:lnSpc>
                <a:spcPct val="100000"/>
              </a:lnSpc>
              <a:buNone/>
            </a:pPr>
            <a:endParaRPr lang="en-US" sz="1800" b="0" strike="noStrike" spc="-1">
              <a:latin typeface="Arial"/>
            </a:endParaRPr>
          </a:p>
          <a:p>
            <a:pPr>
              <a:lnSpc>
                <a:spcPct val="150000"/>
              </a:lnSpc>
              <a:buNone/>
            </a:pPr>
            <a:r>
              <a:rPr lang="en-US" sz="1800" b="0" strike="noStrike" spc="-1">
                <a:solidFill>
                  <a:srgbClr val="000000"/>
                </a:solidFill>
                <a:latin typeface="Arial"/>
                <a:ea typeface="ＭＳ Ｐゴシック"/>
              </a:rPr>
              <a:t> </a:t>
            </a:r>
            <a:r>
              <a:rPr lang="en-US" sz="1800" b="1" strike="noStrike" spc="-1">
                <a:solidFill>
                  <a:srgbClr val="000000"/>
                </a:solidFill>
                <a:latin typeface="Arial"/>
                <a:ea typeface="ＭＳ Ｐゴシック"/>
              </a:rPr>
              <a:t>String :</a:t>
            </a:r>
            <a:endParaRPr lang="en-US" sz="1800" b="0" strike="noStrike" spc="-1">
              <a:latin typeface="Arial"/>
            </a:endParaRPr>
          </a:p>
          <a:p>
            <a:pPr>
              <a:lnSpc>
                <a:spcPct val="150000"/>
              </a:lnSpc>
              <a:buNone/>
            </a:pPr>
            <a:r>
              <a:rPr lang="en-US" sz="1800" b="1" strike="noStrike" spc="-1">
                <a:solidFill>
                  <a:srgbClr val="000000"/>
                </a:solidFill>
                <a:latin typeface="Arial"/>
                <a:ea typeface="ＭＳ Ｐゴシック"/>
              </a:rPr>
              <a:t> Integer:</a:t>
            </a:r>
            <a:endParaRPr lang="en-US" sz="1800" b="0" strike="noStrike" spc="-1">
              <a:latin typeface="Arial"/>
            </a:endParaRPr>
          </a:p>
          <a:p>
            <a:pPr>
              <a:lnSpc>
                <a:spcPct val="150000"/>
              </a:lnSpc>
              <a:buNone/>
            </a:pPr>
            <a:r>
              <a:rPr lang="en-US" sz="1800" b="1" strike="noStrike" spc="-1">
                <a:solidFill>
                  <a:srgbClr val="000000"/>
                </a:solidFill>
                <a:latin typeface="Arial"/>
                <a:ea typeface="ＭＳ Ｐゴシック"/>
              </a:rPr>
              <a:t> Boolean:</a:t>
            </a:r>
            <a:endParaRPr lang="en-US" sz="1800" b="0" strike="noStrike" spc="-1">
              <a:latin typeface="Arial"/>
            </a:endParaRPr>
          </a:p>
          <a:p>
            <a:pPr>
              <a:lnSpc>
                <a:spcPct val="150000"/>
              </a:lnSpc>
              <a:buNone/>
            </a:pPr>
            <a:r>
              <a:rPr lang="en-US" sz="1800" b="1" strike="noStrike" spc="-1">
                <a:solidFill>
                  <a:srgbClr val="000000"/>
                </a:solidFill>
                <a:latin typeface="Arial"/>
                <a:ea typeface="ＭＳ Ｐゴシック"/>
              </a:rPr>
              <a:t> double:</a:t>
            </a:r>
            <a:endParaRPr lang="en-US" sz="1800" b="0" strike="noStrike" spc="-1">
              <a:latin typeface="Arial"/>
            </a:endParaRPr>
          </a:p>
          <a:p>
            <a:pPr>
              <a:lnSpc>
                <a:spcPct val="150000"/>
              </a:lnSpc>
              <a:buNone/>
            </a:pPr>
            <a:r>
              <a:rPr lang="en-US" sz="1800" b="1" strike="noStrike" spc="-1">
                <a:solidFill>
                  <a:srgbClr val="000000"/>
                </a:solidFill>
                <a:latin typeface="Arial"/>
                <a:ea typeface="ＭＳ Ｐゴシック"/>
              </a:rPr>
              <a:t> Char:</a:t>
            </a:r>
            <a:endParaRPr lang="en-US" sz="1800" b="0" strike="noStrike" spc="-1">
              <a:latin typeface="Arial"/>
            </a:endParaRPr>
          </a:p>
          <a:p>
            <a:pPr>
              <a:lnSpc>
                <a:spcPct val="150000"/>
              </a:lnSpc>
              <a:buNone/>
            </a:pPr>
            <a:r>
              <a:rPr lang="en-US" sz="1800" b="1" strike="noStrike" spc="-1">
                <a:solidFill>
                  <a:srgbClr val="000000"/>
                </a:solidFill>
                <a:latin typeface="Arial"/>
                <a:ea typeface="ＭＳ Ｐゴシック"/>
              </a:rPr>
              <a:t> </a:t>
            </a:r>
            <a:endParaRPr lang="en-US" sz="1800" b="0" strike="noStrike" spc="-1">
              <a:latin typeface="Arial"/>
            </a:endParaRPr>
          </a:p>
          <a:p>
            <a:pPr>
              <a:lnSpc>
                <a:spcPct val="150000"/>
              </a:lnSpc>
              <a:buNone/>
            </a:pPr>
            <a:endParaRPr lang="en-US" sz="1800" b="0" strike="noStrike" spc="-1">
              <a:latin typeface="Arial"/>
            </a:endParaRPr>
          </a:p>
          <a:p>
            <a:pPr>
              <a:lnSpc>
                <a:spcPct val="100000"/>
              </a:lnSpc>
              <a:buNone/>
            </a:pPr>
            <a:endParaRPr lang="en-US" sz="1800" b="0" strike="noStrike" spc="-1">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 grpId="0"/>
      <p:bldP spid="25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755640" y="151920"/>
            <a:ext cx="8208720" cy="540360"/>
          </a:xfrm>
          <a:prstGeom prst="rect">
            <a:avLst/>
          </a:prstGeom>
          <a:noFill/>
          <a:ln w="0">
            <a:noFill/>
          </a:ln>
        </p:spPr>
        <p:txBody>
          <a:bodyPr numCol="1" spcCol="0" anchor="t">
            <a:noAutofit/>
          </a:bodyPr>
          <a:lstStyle/>
          <a:p>
            <a:pPr>
              <a:lnSpc>
                <a:spcPct val="100000"/>
              </a:lnSpc>
              <a:buNone/>
            </a:pPr>
            <a:r>
              <a:rPr lang="fr-CA" sz="2300" b="1" strike="noStrike" spc="-1">
                <a:solidFill>
                  <a:srgbClr val="FF0000"/>
                </a:solidFill>
                <a:latin typeface="Trebuchet MS"/>
                <a:ea typeface="ＭＳ Ｐゴシック"/>
              </a:rPr>
              <a:t>III. Structures de Control</a:t>
            </a:r>
            <a:endParaRPr lang="fr-CA" sz="2300" b="0" strike="noStrike" spc="-1">
              <a:solidFill>
                <a:srgbClr val="000000"/>
              </a:solidFill>
              <a:latin typeface="Arial"/>
            </a:endParaRPr>
          </a:p>
        </p:txBody>
      </p:sp>
      <p:pic>
        <p:nvPicPr>
          <p:cNvPr id="256" name="Image 1"/>
          <p:cNvPicPr/>
          <p:nvPr/>
        </p:nvPicPr>
        <p:blipFill>
          <a:blip r:embed="rId3"/>
          <a:stretch/>
        </p:blipFill>
        <p:spPr>
          <a:xfrm>
            <a:off x="65160" y="6400800"/>
            <a:ext cx="1553760" cy="396360"/>
          </a:xfrm>
          <a:prstGeom prst="rect">
            <a:avLst/>
          </a:prstGeom>
          <a:ln w="0">
            <a:noFill/>
          </a:ln>
        </p:spPr>
      </p:pic>
      <p:pic>
        <p:nvPicPr>
          <p:cNvPr id="257" name="Image 4"/>
          <p:cNvPicPr/>
          <p:nvPr/>
        </p:nvPicPr>
        <p:blipFill>
          <a:blip r:embed="rId4"/>
          <a:stretch/>
        </p:blipFill>
        <p:spPr>
          <a:xfrm>
            <a:off x="7668360" y="6307200"/>
            <a:ext cx="1295640" cy="514800"/>
          </a:xfrm>
          <a:prstGeom prst="rect">
            <a:avLst/>
          </a:prstGeom>
          <a:ln w="0">
            <a:noFill/>
          </a:ln>
        </p:spPr>
      </p:pic>
      <p:sp>
        <p:nvSpPr>
          <p:cNvPr id="258" name="TextBox 5"/>
          <p:cNvSpPr/>
          <p:nvPr/>
        </p:nvSpPr>
        <p:spPr>
          <a:xfrm>
            <a:off x="1051200" y="862920"/>
            <a:ext cx="7200360" cy="313786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1" strike="noStrike" spc="-1">
                <a:solidFill>
                  <a:srgbClr val="000000"/>
                </a:solidFill>
                <a:latin typeface="Arial"/>
                <a:ea typeface="ＭＳ Ｐゴシック"/>
              </a:rPr>
              <a:t>Les conditions  </a:t>
            </a:r>
            <a:r>
              <a:rPr lang="en-US" sz="1800" b="0" strike="noStrike" spc="-1">
                <a:solidFill>
                  <a:srgbClr val="000000"/>
                </a:solidFill>
                <a:latin typeface="Arial"/>
                <a:ea typeface="ＭＳ Ｐゴシック"/>
              </a:rPr>
              <a:t>(prendre des decisions)</a:t>
            </a:r>
            <a:endParaRPr lang="en-US" sz="1800" b="0" strike="noStrike" spc="-1">
              <a:latin typeface="Arial"/>
            </a:endParaRPr>
          </a:p>
          <a:p>
            <a:pPr>
              <a:lnSpc>
                <a:spcPct val="100000"/>
              </a:lnSpc>
              <a:buNone/>
            </a:pPr>
            <a:r>
              <a:rPr lang="en-US" sz="1800" b="0" strike="noStrike" spc="-1">
                <a:solidFill>
                  <a:srgbClr val="000000"/>
                </a:solidFill>
                <a:latin typeface="Arial"/>
                <a:ea typeface="ＭＳ Ｐゴシック"/>
              </a:rPr>
              <a:t>  </a:t>
            </a:r>
            <a:endParaRPr lang="en-US" sz="1800" b="0" strike="noStrike" spc="-1">
              <a:latin typeface="Arial"/>
            </a:endParaRPr>
          </a:p>
          <a:p>
            <a:pPr>
              <a:lnSpc>
                <a:spcPct val="100000"/>
              </a:lnSpc>
              <a:buNone/>
            </a:pPr>
            <a:r>
              <a:rPr lang="en-US" b="1" spc="-1">
                <a:solidFill>
                  <a:srgbClr val="FF0000"/>
                </a:solidFill>
                <a:latin typeface="Arial"/>
                <a:ea typeface="ＭＳ Ｐゴシック"/>
              </a:rPr>
              <a:t>(</a:t>
            </a:r>
            <a:r>
              <a:rPr lang="en-US" sz="1800" b="1" strike="noStrike" spc="-1">
                <a:solidFill>
                  <a:srgbClr val="FF0000"/>
                </a:solidFill>
                <a:latin typeface="Arial"/>
                <a:ea typeface="ＭＳ Ｐゴシック"/>
              </a:rPr>
              <a:t>if, else switch</a:t>
            </a:r>
            <a:r>
              <a:rPr lang="en-US" b="1" spc="-1">
                <a:solidFill>
                  <a:srgbClr val="FF0000"/>
                </a:solidFill>
                <a:latin typeface="Arial"/>
                <a:ea typeface="ＭＳ Ｐゴシック"/>
              </a:rPr>
              <a:t>)</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r>
              <a:rPr lang="en-US" sz="1800" b="1" strike="noStrike" spc="-1">
                <a:solidFill>
                  <a:srgbClr val="FF0000"/>
                </a:solidFill>
                <a:latin typeface="Arial"/>
                <a:ea typeface="ＭＳ Ｐゴシック"/>
              </a:rPr>
              <a:t>Exemple de structure </a:t>
            </a: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r>
              <a:rPr lang="en-US" sz="1800" b="0" strike="noStrike" spc="-1">
                <a:solidFill>
                  <a:srgbClr val="FF0000"/>
                </a:solidFill>
                <a:latin typeface="Arial"/>
                <a:ea typeface="ＭＳ Ｐゴシック"/>
              </a:rPr>
              <a:t>If(</a:t>
            </a:r>
            <a:r>
              <a:rPr lang="en-US" sz="1800" b="1" strike="noStrike" spc="-1">
                <a:solidFill>
                  <a:srgbClr val="000000"/>
                </a:solidFill>
                <a:latin typeface="Arial"/>
                <a:ea typeface="ＭＳ Ｐゴシック"/>
              </a:rPr>
              <a:t>condition</a:t>
            </a:r>
            <a:r>
              <a:rPr lang="en-US" sz="1800" b="0" strike="noStrike" spc="-1">
                <a:solidFill>
                  <a:srgbClr val="FF0000"/>
                </a:solidFill>
                <a:latin typeface="Arial"/>
                <a:ea typeface="ＭＳ Ｐゴシック"/>
              </a:rPr>
              <a:t>){</a:t>
            </a:r>
            <a:endParaRPr lang="en-US" sz="1800" b="0" strike="noStrike" spc="-1">
              <a:latin typeface="Arial"/>
            </a:endParaRPr>
          </a:p>
          <a:p>
            <a:pPr>
              <a:lnSpc>
                <a:spcPct val="100000"/>
              </a:lnSpc>
              <a:buNone/>
            </a:pPr>
            <a:r>
              <a:rPr lang="en-US" sz="1800" b="0" strike="noStrike" spc="-1">
                <a:solidFill>
                  <a:srgbClr val="FF0000"/>
                </a:solidFill>
                <a:latin typeface="Arial"/>
                <a:ea typeface="ＭＳ Ｐゴシック"/>
              </a:rPr>
              <a:t>          do something</a:t>
            </a:r>
            <a:endParaRPr lang="en-US" sz="1800" b="0" strike="noStrike" spc="-1">
              <a:latin typeface="Arial"/>
            </a:endParaRPr>
          </a:p>
          <a:p>
            <a:pPr>
              <a:lnSpc>
                <a:spcPct val="100000"/>
              </a:lnSpc>
              <a:buNone/>
            </a:pPr>
            <a:r>
              <a:rPr lang="en-US" sz="1800" b="0" strike="noStrike" spc="-1">
                <a:solidFill>
                  <a:srgbClr val="FF0000"/>
                </a:solidFill>
                <a:latin typeface="Arial"/>
                <a:ea typeface="ＭＳ Ｐゴシック"/>
              </a:rPr>
              <a:t>} else{</a:t>
            </a:r>
            <a:endParaRPr lang="en-US" sz="1800" b="0" strike="noStrike" spc="-1">
              <a:latin typeface="Arial"/>
            </a:endParaRPr>
          </a:p>
          <a:p>
            <a:pPr>
              <a:lnSpc>
                <a:spcPct val="100000"/>
              </a:lnSpc>
              <a:buNone/>
            </a:pPr>
            <a:r>
              <a:rPr lang="en-US" sz="1800" b="0" strike="noStrike" spc="-1">
                <a:solidFill>
                  <a:srgbClr val="FF0000"/>
                </a:solidFill>
                <a:latin typeface="Arial"/>
                <a:ea typeface="ＭＳ Ｐゴシック"/>
              </a:rPr>
              <a:t>           do something else</a:t>
            </a:r>
            <a:endParaRPr lang="en-US" sz="1800" b="0" strike="noStrike" spc="-1">
              <a:latin typeface="Arial"/>
            </a:endParaRPr>
          </a:p>
          <a:p>
            <a:pPr>
              <a:lnSpc>
                <a:spcPct val="100000"/>
              </a:lnSpc>
              <a:buNone/>
            </a:pPr>
            <a:r>
              <a:rPr lang="en-US" sz="1800" b="0" strike="noStrike" spc="-1">
                <a:solidFill>
                  <a:srgbClr val="FF0000"/>
                </a:solidFill>
                <a:latin typeface="Arial"/>
                <a:ea typeface="ＭＳ Ｐゴシック"/>
              </a:rPr>
              <a:t>}</a:t>
            </a:r>
            <a:endParaRPr lang="en-US" sz="1800" b="0" strike="noStrike" spc="-1">
              <a:latin typeface="Arial"/>
            </a:endParaRPr>
          </a:p>
        </p:txBody>
      </p:sp>
      <p:sp>
        <p:nvSpPr>
          <p:cNvPr id="3" name="TextBox 2">
            <a:extLst>
              <a:ext uri="{FF2B5EF4-FFF2-40B4-BE49-F238E27FC236}">
                <a16:creationId xmlns:a16="http://schemas.microsoft.com/office/drawing/2014/main" id="{BE620CA5-0AA9-1227-A5CA-F70CDD215BAD}"/>
              </a:ext>
            </a:extLst>
          </p:cNvPr>
          <p:cNvSpPr txBox="1"/>
          <p:nvPr/>
        </p:nvSpPr>
        <p:spPr>
          <a:xfrm>
            <a:off x="3809999" y="3518168"/>
            <a:ext cx="650942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cs typeface="Arial"/>
            </a:endParaRPr>
          </a:p>
          <a:p>
            <a:r>
              <a:rPr lang="en-US">
                <a:solidFill>
                  <a:srgbClr val="FF0000"/>
                </a:solidFill>
                <a:cs typeface="Arial"/>
              </a:rPr>
              <a:t>Switch (</a:t>
            </a:r>
            <a:r>
              <a:rPr lang="en-US">
                <a:cs typeface="Arial"/>
              </a:rPr>
              <a:t>condition</a:t>
            </a:r>
            <a:r>
              <a:rPr lang="en-US">
                <a:solidFill>
                  <a:srgbClr val="FF0000"/>
                </a:solidFill>
                <a:cs typeface="Arial"/>
              </a:rPr>
              <a:t>){</a:t>
            </a:r>
            <a:endParaRPr lang="en-US">
              <a:cs typeface="Arial"/>
            </a:endParaRPr>
          </a:p>
          <a:p>
            <a:r>
              <a:rPr lang="en-US">
                <a:solidFill>
                  <a:srgbClr val="FF0000"/>
                </a:solidFill>
                <a:cs typeface="Arial"/>
              </a:rPr>
              <a:t>case n1 :</a:t>
            </a:r>
            <a:endParaRPr lang="en-US">
              <a:cs typeface="Arial"/>
            </a:endParaRPr>
          </a:p>
          <a:p>
            <a:r>
              <a:rPr lang="en-US" b="1">
                <a:cs typeface="Arial"/>
              </a:rPr>
              <a:t>System.out.println(“ affficher …..”);</a:t>
            </a:r>
            <a:endParaRPr lang="en-US">
              <a:cs typeface="Arial"/>
            </a:endParaRPr>
          </a:p>
          <a:p>
            <a:r>
              <a:rPr lang="en-US" b="1">
                <a:solidFill>
                  <a:srgbClr val="E2001A"/>
                </a:solidFill>
                <a:cs typeface="Arial"/>
              </a:rPr>
              <a:t>break;</a:t>
            </a:r>
            <a:endParaRPr lang="en-US">
              <a:cs typeface="Arial"/>
            </a:endParaRPr>
          </a:p>
          <a:p>
            <a:r>
              <a:rPr lang="en-US">
                <a:solidFill>
                  <a:srgbClr val="FF0000"/>
                </a:solidFill>
                <a:cs typeface="Arial"/>
              </a:rPr>
              <a:t>case n2 :</a:t>
            </a:r>
            <a:endParaRPr lang="en-US">
              <a:cs typeface="Arial"/>
            </a:endParaRPr>
          </a:p>
          <a:p>
            <a:r>
              <a:rPr lang="en-US" b="1">
                <a:cs typeface="Arial"/>
              </a:rPr>
              <a:t>System.out.println(“……”);</a:t>
            </a:r>
            <a:endParaRPr lang="en-US">
              <a:cs typeface="Arial"/>
            </a:endParaRPr>
          </a:p>
          <a:p>
            <a:r>
              <a:rPr lang="en-US" b="1">
                <a:solidFill>
                  <a:srgbClr val="E2001A"/>
                </a:solidFill>
                <a:cs typeface="Arial"/>
              </a:rPr>
              <a:t>break;</a:t>
            </a:r>
            <a:endParaRPr lang="en-US">
              <a:cs typeface="Arial"/>
            </a:endParaRPr>
          </a:p>
          <a:p>
            <a:r>
              <a:rPr lang="en-US">
                <a:solidFill>
                  <a:srgbClr val="FF0000"/>
                </a:solidFill>
                <a:cs typeface="Arial"/>
              </a:rPr>
              <a:t>defautlt:</a:t>
            </a:r>
            <a:endParaRPr lang="en-US">
              <a:cs typeface="Arial"/>
            </a:endParaRPr>
          </a:p>
          <a:p>
            <a:r>
              <a:rPr lang="en-US" b="1">
                <a:cs typeface="Arial"/>
              </a:rPr>
              <a:t>Sytem.out.println(“ invalide”);</a:t>
            </a:r>
            <a:endParaRPr lang="en-US">
              <a:cs typeface="Arial"/>
            </a:endParaRPr>
          </a:p>
          <a:p>
            <a:r>
              <a:rPr lang="en-US">
                <a:solidFill>
                  <a:srgbClr val="FF0000"/>
                </a:solidFill>
                <a:cs typeface="Arial"/>
              </a:rPr>
              <a:t>}</a:t>
            </a:r>
            <a:endParaRPr lang="en-US">
              <a:cs typeface="Arial"/>
            </a:endParaRPr>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755640" y="151920"/>
            <a:ext cx="8208720" cy="540360"/>
          </a:xfrm>
          <a:prstGeom prst="rect">
            <a:avLst/>
          </a:prstGeom>
          <a:noFill/>
          <a:ln w="0">
            <a:noFill/>
          </a:ln>
        </p:spPr>
        <p:txBody>
          <a:bodyPr numCol="1" spcCol="0" anchor="t">
            <a:noAutofit/>
          </a:bodyPr>
          <a:lstStyle/>
          <a:p>
            <a:pPr>
              <a:lnSpc>
                <a:spcPct val="100000"/>
              </a:lnSpc>
              <a:buNone/>
            </a:pPr>
            <a:r>
              <a:rPr lang="fr-CA" sz="2300" b="1" strike="noStrike" spc="-1">
                <a:solidFill>
                  <a:srgbClr val="FF0000"/>
                </a:solidFill>
                <a:latin typeface="Arial"/>
                <a:ea typeface="ＭＳ Ｐゴシック"/>
              </a:rPr>
              <a:t>III. Structures de Control</a:t>
            </a:r>
            <a:endParaRPr lang="fr-CA" sz="2300" b="0" strike="noStrike" spc="-1">
              <a:solidFill>
                <a:srgbClr val="000000"/>
              </a:solidFill>
              <a:latin typeface="Arial"/>
            </a:endParaRPr>
          </a:p>
        </p:txBody>
      </p:sp>
      <p:pic>
        <p:nvPicPr>
          <p:cNvPr id="260" name="Image 1"/>
          <p:cNvPicPr/>
          <p:nvPr/>
        </p:nvPicPr>
        <p:blipFill>
          <a:blip r:embed="rId2"/>
          <a:stretch/>
        </p:blipFill>
        <p:spPr>
          <a:xfrm>
            <a:off x="65160" y="6400800"/>
            <a:ext cx="1553760" cy="396360"/>
          </a:xfrm>
          <a:prstGeom prst="rect">
            <a:avLst/>
          </a:prstGeom>
          <a:ln w="0">
            <a:noFill/>
          </a:ln>
        </p:spPr>
      </p:pic>
      <p:pic>
        <p:nvPicPr>
          <p:cNvPr id="261" name="Image 4"/>
          <p:cNvPicPr/>
          <p:nvPr/>
        </p:nvPicPr>
        <p:blipFill>
          <a:blip r:embed="rId3"/>
          <a:stretch/>
        </p:blipFill>
        <p:spPr>
          <a:xfrm>
            <a:off x="7668360" y="6307200"/>
            <a:ext cx="1295640" cy="514800"/>
          </a:xfrm>
          <a:prstGeom prst="rect">
            <a:avLst/>
          </a:prstGeom>
          <a:ln w="0">
            <a:noFill/>
          </a:ln>
        </p:spPr>
      </p:pic>
      <p:sp>
        <p:nvSpPr>
          <p:cNvPr id="262" name="TextBox 3"/>
          <p:cNvSpPr/>
          <p:nvPr/>
        </p:nvSpPr>
        <p:spPr>
          <a:xfrm>
            <a:off x="842040" y="836640"/>
            <a:ext cx="7761960" cy="267620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GB" sz="2400" b="1" strike="noStrike" spc="-1">
                <a:solidFill>
                  <a:srgbClr val="000000"/>
                </a:solidFill>
                <a:latin typeface="Arial"/>
                <a:ea typeface="ＭＳ Ｐゴシック"/>
              </a:rPr>
              <a:t>       </a:t>
            </a:r>
            <a:endParaRPr lang="en-US" sz="2400" b="0" strike="noStrike" spc="-1">
              <a:latin typeface="Arial"/>
            </a:endParaRPr>
          </a:p>
          <a:p>
            <a:pPr>
              <a:lnSpc>
                <a:spcPct val="100000"/>
              </a:lnSpc>
              <a:buNone/>
            </a:pPr>
            <a:r>
              <a:rPr lang="en-GB" sz="2400" b="0" strike="noStrike" spc="-1">
                <a:solidFill>
                  <a:srgbClr val="000000"/>
                </a:solidFill>
                <a:latin typeface="Arial"/>
                <a:ea typeface="ＭＳ Ｐゴシック"/>
              </a:rPr>
              <a:t>Boucle = Repetion d’ínstructions</a:t>
            </a:r>
            <a:endParaRPr lang="en-US" sz="2400" b="0" strike="noStrike" spc="-1">
              <a:latin typeface="Arial"/>
            </a:endParaRPr>
          </a:p>
          <a:p>
            <a:pPr>
              <a:lnSpc>
                <a:spcPct val="100000"/>
              </a:lnSpc>
              <a:buNone/>
            </a:pPr>
            <a:endParaRPr lang="en-US" sz="2400" b="0" strike="noStrike" spc="-1">
              <a:latin typeface="Arial"/>
            </a:endParaRPr>
          </a:p>
          <a:p>
            <a:pPr>
              <a:lnSpc>
                <a:spcPct val="100000"/>
              </a:lnSpc>
              <a:buNone/>
            </a:pPr>
            <a:r>
              <a:rPr lang="en-GB" sz="2400" b="1" strike="noStrike" spc="-1">
                <a:solidFill>
                  <a:srgbClr val="FF0000"/>
                </a:solidFill>
                <a:latin typeface="Arial"/>
                <a:ea typeface="ＭＳ Ｐゴシック"/>
              </a:rPr>
              <a:t>For</a:t>
            </a:r>
            <a:r>
              <a:rPr lang="en-GB" sz="2400" b="0" strike="noStrike" spc="-1">
                <a:solidFill>
                  <a:srgbClr val="000000"/>
                </a:solidFill>
                <a:latin typeface="Arial"/>
                <a:ea typeface="ＭＳ Ｐゴシック"/>
              </a:rPr>
              <a:t> (int i=0; i &lt; 5; ++){</a:t>
            </a:r>
            <a:endParaRPr lang="en-US" sz="2400" b="0" strike="noStrike" spc="-1">
              <a:latin typeface="Arial"/>
            </a:endParaRPr>
          </a:p>
          <a:p>
            <a:pPr>
              <a:lnSpc>
                <a:spcPct val="100000"/>
              </a:lnSpc>
              <a:buNone/>
            </a:pPr>
            <a:r>
              <a:rPr lang="en-GB" sz="2400" b="0" strike="noStrike" spc="-1">
                <a:solidFill>
                  <a:srgbClr val="000000"/>
                </a:solidFill>
                <a:latin typeface="Arial"/>
                <a:ea typeface="ＭＳ Ｐゴシック"/>
              </a:rPr>
              <a:t>        System.out.println(“Iteration” : + i)</a:t>
            </a:r>
            <a:endParaRPr lang="en-US" sz="2400" b="0" strike="noStrike" spc="-1">
              <a:latin typeface="Arial"/>
            </a:endParaRPr>
          </a:p>
          <a:p>
            <a:pPr>
              <a:lnSpc>
                <a:spcPct val="100000"/>
              </a:lnSpc>
              <a:buNone/>
            </a:pPr>
            <a:r>
              <a:rPr lang="en-GB" sz="2400" b="0" strike="noStrike" spc="-1">
                <a:solidFill>
                  <a:srgbClr val="000000"/>
                </a:solidFill>
                <a:latin typeface="Arial"/>
                <a:ea typeface="ＭＳ Ｐゴシック"/>
              </a:rPr>
              <a:t>                       }</a:t>
            </a:r>
            <a:endParaRPr lang="en-US" sz="2400" b="0" strike="noStrike" spc="-1">
              <a:latin typeface="Arial"/>
            </a:endParaRPr>
          </a:p>
          <a:p>
            <a:pPr>
              <a:lnSpc>
                <a:spcPct val="100000"/>
              </a:lnSpc>
              <a:buNone/>
            </a:pPr>
            <a:r>
              <a:rPr lang="en-GB" sz="2400" b="0" strike="noStrike" spc="-1">
                <a:solidFill>
                  <a:srgbClr val="000000"/>
                </a:solidFill>
                <a:latin typeface="Arial"/>
                <a:ea typeface="ＭＳ Ｐゴシック"/>
              </a:rPr>
              <a:t>     </a:t>
            </a:r>
            <a:endParaRPr lang="en-US" sz="2400" b="0" strike="noStrike" spc="-1">
              <a:latin typeface="Arial"/>
            </a:endParaRPr>
          </a:p>
        </p:txBody>
      </p:sp>
      <p:sp>
        <p:nvSpPr>
          <p:cNvPr id="3" name="TextBox 2">
            <a:extLst>
              <a:ext uri="{FF2B5EF4-FFF2-40B4-BE49-F238E27FC236}">
                <a16:creationId xmlns:a16="http://schemas.microsoft.com/office/drawing/2014/main" id="{EE76289C-8283-CA38-436D-F3DE1F6A2820}"/>
              </a:ext>
            </a:extLst>
          </p:cNvPr>
          <p:cNvSpPr txBox="1"/>
          <p:nvPr/>
        </p:nvSpPr>
        <p:spPr>
          <a:xfrm>
            <a:off x="851170" y="3761361"/>
            <a:ext cx="8017211"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a:cs typeface="Arial"/>
              </a:rPr>
              <a:t>Int compteur= 0</a:t>
            </a:r>
            <a:endParaRPr lang="en-US" sz="2400">
              <a:cs typeface="Arial"/>
            </a:endParaRPr>
          </a:p>
          <a:p>
            <a:r>
              <a:rPr lang="en-GB" sz="2400">
                <a:cs typeface="Arial"/>
              </a:rPr>
              <a:t>(</a:t>
            </a:r>
            <a:r>
              <a:rPr lang="en-GB" sz="2400" b="1">
                <a:solidFill>
                  <a:srgbClr val="FF0000"/>
                </a:solidFill>
                <a:cs typeface="Arial"/>
              </a:rPr>
              <a:t>while</a:t>
            </a:r>
            <a:r>
              <a:rPr lang="en-GB" sz="2400">
                <a:cs typeface="Arial"/>
              </a:rPr>
              <a:t> compteur &lt; 5){</a:t>
            </a:r>
            <a:endParaRPr lang="en-US" sz="2400">
              <a:cs typeface="Arial"/>
            </a:endParaRPr>
          </a:p>
          <a:p>
            <a:r>
              <a:rPr lang="en-GB" sz="2400">
                <a:cs typeface="Arial"/>
              </a:rPr>
              <a:t>System.out.println(“compteur” : + compteur);</a:t>
            </a:r>
            <a:endParaRPr lang="en-US" sz="2400">
              <a:cs typeface="Arial"/>
            </a:endParaRPr>
          </a:p>
          <a:p>
            <a:r>
              <a:rPr lang="en-GB" sz="2400">
                <a:cs typeface="Arial"/>
              </a:rPr>
              <a:t>compteur ++;</a:t>
            </a:r>
            <a:endParaRPr lang="en-US" sz="2400">
              <a:cs typeface="Arial"/>
            </a:endParaRPr>
          </a:p>
          <a:p>
            <a:r>
              <a:rPr lang="en-GB" sz="2400">
                <a:cs typeface="Arial"/>
              </a:rPr>
              <a:t>}</a:t>
            </a:r>
            <a:endParaRPr lang="en-US" sz="2400">
              <a:cs typeface="Arial"/>
            </a:endParaRPr>
          </a:p>
          <a:p>
            <a:pPr algn="l"/>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755640" y="151920"/>
            <a:ext cx="8208720" cy="540360"/>
          </a:xfrm>
          <a:prstGeom prst="rect">
            <a:avLst/>
          </a:prstGeom>
          <a:noFill/>
          <a:ln w="0">
            <a:noFill/>
          </a:ln>
        </p:spPr>
        <p:txBody>
          <a:bodyPr numCol="1" spcCol="0" anchor="t">
            <a:noAutofit/>
          </a:bodyPr>
          <a:lstStyle/>
          <a:p>
            <a:pPr>
              <a:lnSpc>
                <a:spcPct val="100000"/>
              </a:lnSpc>
              <a:buNone/>
            </a:pPr>
            <a:r>
              <a:rPr lang="fr-CA" sz="2300" b="1" strike="noStrike" spc="-1">
                <a:solidFill>
                  <a:srgbClr val="FF0000"/>
                </a:solidFill>
                <a:latin typeface="Trebuchet MS"/>
                <a:ea typeface="ＭＳ Ｐゴシック"/>
              </a:rPr>
              <a:t>IV. Methodes</a:t>
            </a:r>
            <a:endParaRPr lang="fr-CA" sz="2300" b="0" strike="noStrike" spc="-1">
              <a:solidFill>
                <a:srgbClr val="000000"/>
              </a:solidFill>
              <a:latin typeface="Arial"/>
            </a:endParaRPr>
          </a:p>
        </p:txBody>
      </p:sp>
      <p:pic>
        <p:nvPicPr>
          <p:cNvPr id="264" name="Image 1"/>
          <p:cNvPicPr/>
          <p:nvPr/>
        </p:nvPicPr>
        <p:blipFill>
          <a:blip r:embed="rId3"/>
          <a:stretch/>
        </p:blipFill>
        <p:spPr>
          <a:xfrm>
            <a:off x="65160" y="6400800"/>
            <a:ext cx="1553760" cy="396360"/>
          </a:xfrm>
          <a:prstGeom prst="rect">
            <a:avLst/>
          </a:prstGeom>
          <a:ln w="0">
            <a:noFill/>
          </a:ln>
        </p:spPr>
      </p:pic>
      <p:pic>
        <p:nvPicPr>
          <p:cNvPr id="265" name="Image 4"/>
          <p:cNvPicPr/>
          <p:nvPr/>
        </p:nvPicPr>
        <p:blipFill>
          <a:blip r:embed="rId4"/>
          <a:stretch/>
        </p:blipFill>
        <p:spPr>
          <a:xfrm>
            <a:off x="7668360" y="6307200"/>
            <a:ext cx="1295640" cy="514800"/>
          </a:xfrm>
          <a:prstGeom prst="rect">
            <a:avLst/>
          </a:prstGeom>
          <a:ln w="0">
            <a:noFill/>
          </a:ln>
        </p:spPr>
      </p:pic>
      <p:sp>
        <p:nvSpPr>
          <p:cNvPr id="266" name="TextBox 3"/>
          <p:cNvSpPr/>
          <p:nvPr/>
        </p:nvSpPr>
        <p:spPr>
          <a:xfrm>
            <a:off x="178649" y="883363"/>
            <a:ext cx="8466840" cy="355336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GB" sz="1800" b="1" strike="noStrike" spc="-1">
                <a:solidFill>
                  <a:srgbClr val="000000"/>
                </a:solidFill>
                <a:latin typeface="Arial"/>
                <a:ea typeface="ＭＳ Ｐゴシック"/>
              </a:rPr>
              <a:t>       </a:t>
            </a:r>
            <a:endParaRPr lang="en-US" sz="1800" b="0" strike="noStrike" spc="-1">
              <a:latin typeface="Arial"/>
            </a:endParaRPr>
          </a:p>
          <a:p>
            <a:pPr algn="just">
              <a:lnSpc>
                <a:spcPct val="150000"/>
              </a:lnSpc>
              <a:buNone/>
            </a:pPr>
            <a:r>
              <a:rPr lang="fr-FR" sz="1800" b="0" strike="noStrike" spc="-1">
                <a:solidFill>
                  <a:srgbClr val="000000"/>
                </a:solidFill>
                <a:latin typeface="Arial"/>
                <a:ea typeface="ＭＳ Ｐゴシック"/>
              </a:rPr>
              <a:t>Méthodes, sont des blocs de code nommé, réutilisables, qui accomplit une tâche précise (maintenable, organisé).</a:t>
            </a:r>
            <a:endParaRPr lang="en-US" sz="1800" b="0" strike="noStrike" spc="-1">
              <a:latin typeface="Arial"/>
            </a:endParaRPr>
          </a:p>
          <a:p>
            <a:pPr algn="just">
              <a:lnSpc>
                <a:spcPct val="150000"/>
              </a:lnSpc>
              <a:buNone/>
            </a:pPr>
            <a:r>
              <a:rPr lang="en-US" sz="1800" b="1" strike="noStrike" spc="-1">
                <a:solidFill>
                  <a:srgbClr val="FF0000"/>
                </a:solidFill>
                <a:latin typeface="Arial"/>
                <a:ea typeface="ＭＳ Ｐゴシック"/>
              </a:rPr>
              <a:t>Structure d'une méthode</a:t>
            </a:r>
            <a:endParaRPr lang="en-US" sz="1800" b="0" strike="noStrike" spc="-1">
              <a:latin typeface="Arial"/>
            </a:endParaRPr>
          </a:p>
          <a:p>
            <a:pPr algn="just">
              <a:lnSpc>
                <a:spcPct val="150000"/>
              </a:lnSpc>
              <a:buNone/>
            </a:pPr>
            <a:r>
              <a:rPr lang="en-US" sz="1800" b="1" strike="noStrike" spc="-1">
                <a:solidFill>
                  <a:srgbClr val="000000"/>
                </a:solidFill>
                <a:latin typeface="Arial"/>
                <a:ea typeface="ＭＳ Ｐゴシック"/>
              </a:rPr>
              <a:t>Modificateur  typederetour nomMethode</a:t>
            </a:r>
            <a:r>
              <a:rPr lang="en-US" sz="1800" b="1" strike="noStrike" spc="-1">
                <a:solidFill>
                  <a:srgbClr val="FF0000"/>
                </a:solidFill>
                <a:latin typeface="Arial"/>
                <a:ea typeface="ＭＳ Ｐゴシック"/>
              </a:rPr>
              <a:t>(parametre1, parametre2, ….) {</a:t>
            </a:r>
            <a:endParaRPr lang="en-US" sz="1800" b="0" strike="noStrike" spc="-1">
              <a:latin typeface="Arial"/>
            </a:endParaRPr>
          </a:p>
          <a:p>
            <a:pPr algn="just">
              <a:lnSpc>
                <a:spcPct val="150000"/>
              </a:lnSpc>
              <a:buNone/>
            </a:pPr>
            <a:r>
              <a:rPr lang="en-US" sz="1800" b="1" strike="noStrike" spc="-1">
                <a:solidFill>
                  <a:srgbClr val="FF0000"/>
                </a:solidFill>
                <a:latin typeface="Arial"/>
                <a:ea typeface="ＭＳ Ｐゴシック"/>
              </a:rPr>
              <a:t>        // corps de la methode </a:t>
            </a:r>
            <a:endParaRPr lang="en-US" sz="1800" b="0" strike="noStrike" spc="-1">
              <a:latin typeface="Arial"/>
            </a:endParaRPr>
          </a:p>
          <a:p>
            <a:pPr algn="just">
              <a:lnSpc>
                <a:spcPct val="150000"/>
              </a:lnSpc>
              <a:buNone/>
            </a:pPr>
            <a:r>
              <a:rPr lang="en-US" sz="1800" b="1" strike="noStrike" spc="-1">
                <a:solidFill>
                  <a:srgbClr val="FF0000"/>
                </a:solidFill>
                <a:latin typeface="Arial"/>
                <a:ea typeface="ＭＳ Ｐゴシック"/>
              </a:rPr>
              <a:t>       </a:t>
            </a:r>
            <a:r>
              <a:rPr lang="en-US" sz="1800" b="1" strike="noStrike" spc="-1">
                <a:solidFill>
                  <a:srgbClr val="000000"/>
                </a:solidFill>
                <a:latin typeface="Arial"/>
                <a:ea typeface="ＭＳ Ｐゴシック"/>
              </a:rPr>
              <a:t>return valeur;</a:t>
            </a:r>
            <a:r>
              <a:rPr lang="en-US" sz="1800" b="1" strike="noStrike" spc="-1">
                <a:solidFill>
                  <a:srgbClr val="FF0000"/>
                </a:solidFill>
                <a:latin typeface="Arial"/>
                <a:ea typeface="ＭＳ Ｐゴシック"/>
              </a:rPr>
              <a:t> // si typederetour != void</a:t>
            </a:r>
            <a:endParaRPr lang="en-US" sz="1800" b="0" strike="noStrike" spc="-1">
              <a:latin typeface="Arial"/>
            </a:endParaRPr>
          </a:p>
          <a:p>
            <a:pPr algn="just">
              <a:lnSpc>
                <a:spcPct val="150000"/>
              </a:lnSpc>
              <a:buNone/>
            </a:pPr>
            <a:r>
              <a:rPr lang="en-US" sz="1800" b="1" strike="noStrike" spc="-1">
                <a:solidFill>
                  <a:srgbClr val="FF0000"/>
                </a:solidFill>
                <a:latin typeface="Arial"/>
                <a:ea typeface="ＭＳ Ｐゴシック"/>
              </a:rPr>
              <a:t>      }</a:t>
            </a:r>
            <a:endParaRPr lang="en-US" sz="1800" b="0" strike="noStrike" spc="-1">
              <a:latin typeface="Arial"/>
            </a:endParaRPr>
          </a:p>
          <a:p>
            <a:pPr>
              <a:lnSpc>
                <a:spcPct val="100000"/>
              </a:lnSpc>
              <a:buNone/>
            </a:pPr>
            <a:r>
              <a:rPr lang="en-GB" sz="1800" b="0" strike="noStrike" spc="-1">
                <a:solidFill>
                  <a:srgbClr val="000000"/>
                </a:solidFill>
                <a:latin typeface="Arial"/>
                <a:ea typeface="ＭＳ Ｐゴシック"/>
              </a:rPr>
              <a:t> </a:t>
            </a:r>
            <a:endParaRPr lang="en-US" sz="1800" b="0" strike="noStrike" spc="-1">
              <a:latin typeface="Arial"/>
            </a:endParaRPr>
          </a:p>
        </p:txBody>
      </p:sp>
      <p:sp>
        <p:nvSpPr>
          <p:cNvPr id="3" name="TextBox 2">
            <a:extLst>
              <a:ext uri="{FF2B5EF4-FFF2-40B4-BE49-F238E27FC236}">
                <a16:creationId xmlns:a16="http://schemas.microsoft.com/office/drawing/2014/main" id="{9810FBAC-AA62-3811-139D-BA6F3993E607}"/>
              </a:ext>
            </a:extLst>
          </p:cNvPr>
          <p:cNvSpPr txBox="1"/>
          <p:nvPr/>
        </p:nvSpPr>
        <p:spPr>
          <a:xfrm>
            <a:off x="429639" y="4336915"/>
            <a:ext cx="7555146" cy="19723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rtl="0">
              <a:lnSpc>
                <a:spcPts val="3807"/>
              </a:lnSpc>
            </a:pPr>
            <a:r>
              <a:rPr lang="en-US" sz="1800" b="1" i="0" u="none" strike="noStrike" baseline="0">
                <a:solidFill>
                  <a:srgbClr val="000000"/>
                </a:solidFill>
                <a:latin typeface="Arial"/>
              </a:rPr>
              <a:t>Eemple</a:t>
            </a:r>
            <a:r>
              <a:rPr lang="en-US" sz="1800" b="1" i="0" u="none" strike="noStrike" baseline="0">
                <a:solidFill>
                  <a:srgbClr val="FF0000"/>
                </a:solidFill>
                <a:latin typeface="Arial"/>
              </a:rPr>
              <a:t> </a:t>
            </a:r>
            <a:r>
              <a:rPr lang="en-US" sz="1800" b="0" i="0">
                <a:latin typeface="Arial"/>
              </a:rPr>
              <a:t>​</a:t>
            </a:r>
          </a:p>
          <a:p>
            <a:pPr algn="just" rtl="0">
              <a:lnSpc>
                <a:spcPts val="3807"/>
              </a:lnSpc>
            </a:pPr>
            <a:r>
              <a:rPr lang="en-US" sz="1800" b="1" i="0" u="none" strike="noStrike" baseline="0">
                <a:solidFill>
                  <a:srgbClr val="000000"/>
                </a:solidFill>
                <a:latin typeface="Arial"/>
              </a:rPr>
              <a:t>Public static void direBonjour</a:t>
            </a:r>
            <a:r>
              <a:rPr lang="en-US" sz="1800" b="1" i="0" u="none" strike="noStrike" baseline="0">
                <a:solidFill>
                  <a:srgbClr val="FF0000"/>
                </a:solidFill>
                <a:latin typeface="Arial"/>
              </a:rPr>
              <a:t>(){</a:t>
            </a:r>
            <a:r>
              <a:rPr lang="en-US" sz="1800" b="0" i="0">
                <a:latin typeface="Arial"/>
              </a:rPr>
              <a:t>​</a:t>
            </a:r>
          </a:p>
          <a:p>
            <a:pPr algn="just">
              <a:lnSpc>
                <a:spcPts val="3807"/>
              </a:lnSpc>
            </a:pPr>
            <a:r>
              <a:rPr lang="en-US" sz="1800" b="1" i="0" u="none" strike="noStrike" baseline="0">
                <a:solidFill>
                  <a:srgbClr val="FF0000"/>
                </a:solidFill>
                <a:latin typeface="Arial"/>
              </a:rPr>
              <a:t>System.out.println(“Bonjour”); </a:t>
            </a:r>
            <a:endParaRPr lang="en-US">
              <a:solidFill>
                <a:srgbClr val="000000"/>
              </a:solidFill>
              <a:latin typeface="Arial"/>
            </a:endParaRPr>
          </a:p>
          <a:p>
            <a:pPr algn="just">
              <a:lnSpc>
                <a:spcPts val="3807"/>
              </a:lnSpc>
            </a:pPr>
            <a:r>
              <a:rPr lang="en-US" sz="1800" b="1" i="0" u="none" strike="noStrike" baseline="0">
                <a:solidFill>
                  <a:srgbClr val="FF0000"/>
                </a:solidFill>
                <a:latin typeface="Arial"/>
              </a:rPr>
              <a:t>}</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755640" y="151920"/>
            <a:ext cx="8208720" cy="540360"/>
          </a:xfrm>
          <a:prstGeom prst="rect">
            <a:avLst/>
          </a:prstGeom>
          <a:noFill/>
          <a:ln w="0">
            <a:noFill/>
          </a:ln>
        </p:spPr>
        <p:txBody>
          <a:bodyPr numCol="1" spcCol="0" anchor="t">
            <a:noAutofit/>
          </a:bodyPr>
          <a:lstStyle/>
          <a:p>
            <a:pPr>
              <a:lnSpc>
                <a:spcPct val="100000"/>
              </a:lnSpc>
              <a:buNone/>
            </a:pPr>
            <a:r>
              <a:rPr lang="fr-FR" sz="2400" b="1" strike="noStrike" cap="all" spc="-1">
                <a:solidFill>
                  <a:srgbClr val="FF0000"/>
                </a:solidFill>
                <a:latin typeface="Trebuchet MS"/>
                <a:ea typeface="ＭＳ Ｐゴシック"/>
              </a:rPr>
              <a:t>V. Classes et Objets</a:t>
            </a:r>
            <a:endParaRPr lang="fr-CA" sz="2400" b="0" strike="noStrike" spc="-1">
              <a:solidFill>
                <a:srgbClr val="000000"/>
              </a:solidFill>
              <a:latin typeface="Arial"/>
            </a:endParaRPr>
          </a:p>
        </p:txBody>
      </p:sp>
      <p:pic>
        <p:nvPicPr>
          <p:cNvPr id="268" name="Image 1"/>
          <p:cNvPicPr/>
          <p:nvPr/>
        </p:nvPicPr>
        <p:blipFill>
          <a:blip r:embed="rId3"/>
          <a:stretch/>
        </p:blipFill>
        <p:spPr>
          <a:xfrm>
            <a:off x="65160" y="6400800"/>
            <a:ext cx="1553760" cy="396360"/>
          </a:xfrm>
          <a:prstGeom prst="rect">
            <a:avLst/>
          </a:prstGeom>
          <a:ln w="0">
            <a:noFill/>
          </a:ln>
        </p:spPr>
      </p:pic>
      <p:pic>
        <p:nvPicPr>
          <p:cNvPr id="269" name="Image 4"/>
          <p:cNvPicPr/>
          <p:nvPr/>
        </p:nvPicPr>
        <p:blipFill>
          <a:blip r:embed="rId4"/>
          <a:stretch/>
        </p:blipFill>
        <p:spPr>
          <a:xfrm>
            <a:off x="7668360" y="6307200"/>
            <a:ext cx="1295640" cy="514800"/>
          </a:xfrm>
          <a:prstGeom prst="rect">
            <a:avLst/>
          </a:prstGeom>
          <a:ln w="0">
            <a:noFill/>
          </a:ln>
        </p:spPr>
      </p:pic>
      <p:sp>
        <p:nvSpPr>
          <p:cNvPr id="270" name="TextBox 7"/>
          <p:cNvSpPr/>
          <p:nvPr/>
        </p:nvSpPr>
        <p:spPr>
          <a:xfrm>
            <a:off x="683640" y="980640"/>
            <a:ext cx="525636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50000"/>
              </a:lnSpc>
              <a:buNone/>
            </a:pPr>
            <a:r>
              <a:rPr lang="en-US" sz="1800" b="1" strike="noStrike" spc="-1">
                <a:solidFill>
                  <a:srgbClr val="000000"/>
                </a:solidFill>
                <a:latin typeface="Arial"/>
                <a:ea typeface="ＭＳ Ｐゴシック"/>
              </a:rPr>
              <a:t>Classe</a:t>
            </a:r>
            <a:r>
              <a:rPr lang="en-US" sz="1800" b="0" strike="noStrike" spc="-1">
                <a:solidFill>
                  <a:srgbClr val="000000"/>
                </a:solidFill>
                <a:latin typeface="Arial"/>
                <a:ea typeface="ＭＳ Ｐゴシック"/>
              </a:rPr>
              <a:t>= model ou un plan pour creer un objet</a:t>
            </a:r>
            <a:endParaRPr lang="en-US" sz="1800" b="0" strike="noStrike" spc="-1">
              <a:latin typeface="Arial"/>
            </a:endParaRPr>
          </a:p>
          <a:p>
            <a:pPr>
              <a:lnSpc>
                <a:spcPct val="150000"/>
              </a:lnSpc>
              <a:buNone/>
            </a:pPr>
            <a:r>
              <a:rPr lang="en-US" sz="1800" b="1" strike="noStrike" spc="-1">
                <a:solidFill>
                  <a:srgbClr val="000000"/>
                </a:solidFill>
                <a:latin typeface="Arial"/>
                <a:ea typeface="ＭＳ Ｐゴシック"/>
              </a:rPr>
              <a:t>Objet</a:t>
            </a:r>
            <a:r>
              <a:rPr lang="en-US" sz="1800" b="0" strike="noStrike" spc="-1">
                <a:solidFill>
                  <a:srgbClr val="000000"/>
                </a:solidFill>
                <a:latin typeface="Arial"/>
                <a:ea typeface="ＭＳ Ｐゴシック"/>
              </a:rPr>
              <a:t>= une instance reel de l’objet  </a:t>
            </a:r>
            <a:endParaRPr lang="en-US" sz="1800" b="0" strike="noStrike" spc="-1">
              <a:latin typeface="Arial"/>
            </a:endParaRPr>
          </a:p>
        </p:txBody>
      </p:sp>
      <p:sp>
        <p:nvSpPr>
          <p:cNvPr id="271" name="TextBox 9"/>
          <p:cNvSpPr/>
          <p:nvPr/>
        </p:nvSpPr>
        <p:spPr>
          <a:xfrm>
            <a:off x="2142789" y="2553477"/>
            <a:ext cx="5020200" cy="313786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1" strike="noStrike" spc="-1">
                <a:solidFill>
                  <a:srgbClr val="000000"/>
                </a:solidFill>
                <a:latin typeface="Arial"/>
                <a:ea typeface="ＭＳ Ｐゴシック"/>
              </a:rPr>
              <a:t>┌─────────────────────────┐</a:t>
            </a:r>
            <a:endParaRPr lang="en-US" sz="1800" b="0" strike="noStrike" spc="-1">
              <a:latin typeface="Arial"/>
            </a:endParaRPr>
          </a:p>
          <a:p>
            <a:pPr>
              <a:lnSpc>
                <a:spcPct val="100000"/>
              </a:lnSpc>
              <a:buNone/>
            </a:pPr>
            <a:r>
              <a:rPr lang="en-US" sz="1800" b="1" strike="noStrike" spc="-1">
                <a:solidFill>
                  <a:srgbClr val="000000"/>
                </a:solidFill>
                <a:latin typeface="Arial"/>
                <a:ea typeface="ＭＳ Ｐゴシック"/>
              </a:rPr>
              <a:t>│      ÉTUDIANT (Classe)  </a:t>
            </a:r>
            <a:endParaRPr lang="en-US" sz="1800" b="0" strike="noStrike" spc="-1">
              <a:latin typeface="Arial"/>
            </a:endParaRPr>
          </a:p>
          <a:p>
            <a:pPr>
              <a:lnSpc>
                <a:spcPct val="100000"/>
              </a:lnSpc>
              <a:buNone/>
            </a:pPr>
            <a:r>
              <a:rPr lang="en-US" sz="1800" b="1" strike="noStrike" spc="-1">
                <a:solidFill>
                  <a:srgbClr val="000000"/>
                </a:solidFill>
                <a:latin typeface="Arial"/>
                <a:ea typeface="ＭＳ Ｐゴシック"/>
              </a:rPr>
              <a:t>├─────────────────────────┤</a:t>
            </a:r>
            <a:endParaRPr lang="en-US" sz="1800" b="0" strike="noStrike" spc="-1">
              <a:latin typeface="Arial"/>
            </a:endParaRPr>
          </a:p>
          <a:p>
            <a:r>
              <a:rPr lang="en-US" sz="1800" b="1" strike="noStrike" spc="-1" dirty="0">
                <a:solidFill>
                  <a:srgbClr val="000000"/>
                </a:solidFill>
                <a:latin typeface="Arial"/>
                <a:ea typeface="ＭＳ Ｐゴシック"/>
              </a:rPr>
              <a:t>│ - nom                   </a:t>
            </a:r>
            <a:r>
              <a:rPr lang="en-US" b="1" spc="-1" dirty="0">
                <a:solidFill>
                  <a:srgbClr val="000000"/>
                </a:solidFill>
                <a:latin typeface="Arial"/>
                <a:ea typeface="ＭＳ Ｐゴシック"/>
              </a:rPr>
              <a:t> </a:t>
            </a:r>
            <a:r>
              <a:rPr lang="en-US" sz="1800" b="1" strike="noStrike" spc="-1" dirty="0">
                <a:solidFill>
                  <a:srgbClr val="000000"/>
                </a:solidFill>
                <a:latin typeface="Arial"/>
                <a:ea typeface="ＭＳ Ｐゴシック"/>
              </a:rPr>
              <a:t>                   </a:t>
            </a:r>
            <a:r>
              <a:rPr lang="en-US" b="1" spc="-1" dirty="0">
                <a:solidFill>
                  <a:srgbClr val="000000"/>
                </a:solidFill>
                <a:latin typeface="Arial"/>
                <a:ea typeface="ＭＳ Ｐゴシック"/>
              </a:rPr>
              <a:t>   </a:t>
            </a:r>
            <a:r>
              <a:rPr lang="en-US" sz="1800" b="1" strike="noStrike" spc="-1" dirty="0">
                <a:solidFill>
                  <a:srgbClr val="000000"/>
                </a:solidFill>
                <a:latin typeface="Arial"/>
                <a:ea typeface="ＭＳ Ｐゴシック"/>
              </a:rPr>
              <a:t>←  </a:t>
            </a:r>
            <a:r>
              <a:rPr lang="en-US" sz="1800" b="1" strike="noStrike" spc="-1" dirty="0" err="1">
                <a:solidFill>
                  <a:srgbClr val="000000"/>
                </a:solidFill>
                <a:latin typeface="Arial"/>
                <a:ea typeface="ＭＳ Ｐゴシック"/>
              </a:rPr>
              <a:t>attributs</a:t>
            </a:r>
            <a:endParaRPr lang="en-US" sz="1800" b="0" strike="noStrike" spc="-1" dirty="0" err="1">
              <a:latin typeface="Arial"/>
            </a:endParaRPr>
          </a:p>
          <a:p>
            <a:pPr>
              <a:lnSpc>
                <a:spcPct val="100000"/>
              </a:lnSpc>
              <a:buNone/>
            </a:pPr>
            <a:r>
              <a:rPr lang="en-US" sz="1800" b="1" strike="noStrike" spc="-1" dirty="0">
                <a:solidFill>
                  <a:srgbClr val="000000"/>
                </a:solidFill>
                <a:latin typeface="Arial"/>
                <a:ea typeface="ＭＳ Ｐゴシック"/>
              </a:rPr>
              <a:t>│ - </a:t>
            </a:r>
            <a:r>
              <a:rPr lang="en-US" sz="1800" b="1" strike="noStrike" spc="-1" dirty="0" err="1">
                <a:solidFill>
                  <a:srgbClr val="000000"/>
                </a:solidFill>
                <a:latin typeface="Arial"/>
                <a:ea typeface="ＭＳ Ｐゴシック"/>
              </a:rPr>
              <a:t>prénom</a:t>
            </a:r>
            <a:r>
              <a:rPr lang="en-US" sz="1800" b="1" strike="noStrike" spc="-1" dirty="0">
                <a:solidFill>
                  <a:srgbClr val="000000"/>
                </a:solidFill>
                <a:latin typeface="Arial"/>
                <a:ea typeface="ＭＳ Ｐゴシック"/>
              </a:rPr>
              <a:t>          </a:t>
            </a:r>
            <a:endParaRPr lang="en-US" sz="1800" b="0" strike="noStrike" spc="-1" dirty="0">
              <a:latin typeface="Arial"/>
            </a:endParaRPr>
          </a:p>
          <a:p>
            <a:pPr>
              <a:lnSpc>
                <a:spcPct val="100000"/>
              </a:lnSpc>
              <a:buNone/>
            </a:pPr>
            <a:r>
              <a:rPr lang="en-US" sz="1800" b="1" strike="noStrike" spc="-1" dirty="0">
                <a:solidFill>
                  <a:srgbClr val="000000"/>
                </a:solidFill>
                <a:latin typeface="Arial"/>
                <a:ea typeface="ＭＳ Ｐゴシック"/>
              </a:rPr>
              <a:t>│ - </a:t>
            </a:r>
            <a:r>
              <a:rPr lang="en-US" sz="1800" b="1" strike="noStrike" spc="-1" dirty="0" err="1">
                <a:solidFill>
                  <a:srgbClr val="000000"/>
                </a:solidFill>
                <a:latin typeface="Arial"/>
                <a:ea typeface="ＭＳ Ｐゴシック"/>
              </a:rPr>
              <a:t>âge</a:t>
            </a:r>
            <a:r>
              <a:rPr lang="en-US" sz="1800" b="1" strike="noStrike" spc="-1" dirty="0">
                <a:solidFill>
                  <a:srgbClr val="000000"/>
                </a:solidFill>
                <a:latin typeface="Arial"/>
                <a:ea typeface="ＭＳ Ｐゴシック"/>
              </a:rPr>
              <a:t>                   </a:t>
            </a:r>
            <a:endParaRPr lang="en-US" sz="1800" b="0" strike="noStrike" spc="-1" dirty="0">
              <a:latin typeface="Arial"/>
            </a:endParaRPr>
          </a:p>
          <a:p>
            <a:pPr>
              <a:lnSpc>
                <a:spcPct val="100000"/>
              </a:lnSpc>
              <a:buNone/>
            </a:pPr>
            <a:r>
              <a:rPr lang="en-US" sz="1800" b="1" strike="noStrike" spc="-1">
                <a:solidFill>
                  <a:srgbClr val="000000"/>
                </a:solidFill>
                <a:latin typeface="Arial"/>
                <a:ea typeface="ＭＳ Ｐゴシック"/>
              </a:rPr>
              <a:t>│ - note                  </a:t>
            </a:r>
            <a:endParaRPr lang="en-US" sz="1800" b="0" strike="noStrike" spc="-1">
              <a:latin typeface="Arial"/>
            </a:endParaRPr>
          </a:p>
          <a:p>
            <a:pPr>
              <a:lnSpc>
                <a:spcPct val="100000"/>
              </a:lnSpc>
              <a:buNone/>
            </a:pPr>
            <a:r>
              <a:rPr lang="en-US" sz="1800" b="1" strike="noStrike" spc="-1">
                <a:solidFill>
                  <a:srgbClr val="000000"/>
                </a:solidFill>
                <a:latin typeface="Arial"/>
                <a:ea typeface="ＭＳ Ｐゴシック"/>
              </a:rPr>
              <a:t>├─────────────────────────┤</a:t>
            </a:r>
            <a:endParaRPr lang="en-US" sz="1800" b="0" strike="noStrike" spc="-1">
              <a:latin typeface="Arial"/>
            </a:endParaRPr>
          </a:p>
          <a:p>
            <a:pPr>
              <a:lnSpc>
                <a:spcPct val="100000"/>
              </a:lnSpc>
              <a:buNone/>
            </a:pPr>
            <a:r>
              <a:rPr lang="en-US" sz="1800" b="1" strike="noStrike" spc="-1" dirty="0">
                <a:solidFill>
                  <a:srgbClr val="000000"/>
                </a:solidFill>
                <a:latin typeface="Arial"/>
                <a:ea typeface="ＭＳ Ｐゴシック"/>
              </a:rPr>
              <a:t>│ + </a:t>
            </a:r>
            <a:r>
              <a:rPr lang="en-US" sz="1800" b="1" strike="noStrike" spc="-1" dirty="0" err="1">
                <a:solidFill>
                  <a:srgbClr val="000000"/>
                </a:solidFill>
                <a:latin typeface="Arial"/>
                <a:ea typeface="ＭＳ Ｐゴシック"/>
              </a:rPr>
              <a:t>sePresenter</a:t>
            </a:r>
            <a:r>
              <a:rPr lang="en-US" sz="1800" b="1" strike="noStrike" spc="-1" dirty="0">
                <a:solidFill>
                  <a:srgbClr val="000000"/>
                </a:solidFill>
                <a:latin typeface="Arial"/>
                <a:ea typeface="ＭＳ Ｐゴシック"/>
              </a:rPr>
              <a:t>()                      ←  </a:t>
            </a:r>
            <a:r>
              <a:rPr lang="en-US" sz="1800" b="1" strike="noStrike" spc="-1" dirty="0" err="1">
                <a:solidFill>
                  <a:srgbClr val="000000"/>
                </a:solidFill>
                <a:latin typeface="Arial"/>
                <a:ea typeface="ＭＳ Ｐゴシック"/>
              </a:rPr>
              <a:t>méthodes</a:t>
            </a:r>
            <a:endParaRPr lang="en-US" sz="1800" b="0" strike="noStrike" spc="-1" dirty="0" err="1">
              <a:latin typeface="Arial"/>
            </a:endParaRPr>
          </a:p>
          <a:p>
            <a:pPr>
              <a:lnSpc>
                <a:spcPct val="100000"/>
              </a:lnSpc>
              <a:buNone/>
            </a:pPr>
            <a:r>
              <a:rPr lang="en-US" sz="1800" b="1" strike="noStrike" spc="-1" dirty="0">
                <a:solidFill>
                  <a:srgbClr val="000000"/>
                </a:solidFill>
                <a:latin typeface="Arial"/>
                <a:ea typeface="ＭＳ Ｐゴシック"/>
              </a:rPr>
              <a:t>│ + </a:t>
            </a:r>
            <a:r>
              <a:rPr lang="en-US" sz="1800" b="1" strike="noStrike" spc="-1" dirty="0" err="1">
                <a:solidFill>
                  <a:srgbClr val="000000"/>
                </a:solidFill>
                <a:latin typeface="Arial"/>
                <a:ea typeface="ＭＳ Ｐゴシック"/>
              </a:rPr>
              <a:t>estAdmis</a:t>
            </a:r>
            <a:r>
              <a:rPr lang="en-US" sz="1800" b="1" strike="noStrike" spc="-1" dirty="0">
                <a:solidFill>
                  <a:srgbClr val="000000"/>
                </a:solidFill>
                <a:latin typeface="Arial"/>
                <a:ea typeface="ＭＳ Ｐゴシック"/>
              </a:rPr>
              <a:t>()            </a:t>
            </a:r>
            <a:endParaRPr lang="en-US" sz="1800" b="0" strike="noStrike" spc="-1" dirty="0">
              <a:latin typeface="Arial"/>
            </a:endParaRPr>
          </a:p>
          <a:p>
            <a:pPr>
              <a:lnSpc>
                <a:spcPct val="100000"/>
              </a:lnSpc>
              <a:buNone/>
            </a:pPr>
            <a:r>
              <a:rPr lang="en-US" sz="1800" b="0" strike="noStrike" spc="-1">
                <a:solidFill>
                  <a:srgbClr val="000000"/>
                </a:solidFill>
                <a:latin typeface="Arial"/>
                <a:ea typeface="ＭＳ Ｐゴシック"/>
              </a:rPr>
              <a:t>└─────────────────────────┘</a:t>
            </a:r>
            <a:endParaRPr lang="en-US" sz="1800" b="0" strike="noStrike" spc="-1">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 grpId="0"/>
      <p:bldP spid="27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755640" y="151920"/>
            <a:ext cx="8208720" cy="540360"/>
          </a:xfrm>
          <a:prstGeom prst="rect">
            <a:avLst/>
          </a:prstGeom>
          <a:noFill/>
          <a:ln w="0">
            <a:noFill/>
          </a:ln>
        </p:spPr>
        <p:txBody>
          <a:bodyPr numCol="1" spcCol="0" anchor="t">
            <a:noAutofit/>
          </a:bodyPr>
          <a:lstStyle/>
          <a:p>
            <a:pPr>
              <a:lnSpc>
                <a:spcPct val="100000"/>
              </a:lnSpc>
              <a:buNone/>
            </a:pPr>
            <a:r>
              <a:rPr lang="fr-FR" sz="2400" b="1" strike="noStrike" cap="all" spc="-1">
                <a:solidFill>
                  <a:srgbClr val="FF0000"/>
                </a:solidFill>
                <a:latin typeface="Trebuchet MS"/>
                <a:ea typeface="ＭＳ Ｐゴシック"/>
              </a:rPr>
              <a:t>V. Classes et Objets</a:t>
            </a:r>
            <a:endParaRPr lang="fr-CA" sz="2400" b="0" strike="noStrike" spc="-1">
              <a:solidFill>
                <a:srgbClr val="000000"/>
              </a:solidFill>
              <a:latin typeface="Arial"/>
            </a:endParaRPr>
          </a:p>
        </p:txBody>
      </p:sp>
      <p:pic>
        <p:nvPicPr>
          <p:cNvPr id="273" name="Image 1"/>
          <p:cNvPicPr/>
          <p:nvPr/>
        </p:nvPicPr>
        <p:blipFill>
          <a:blip r:embed="rId3"/>
          <a:stretch/>
        </p:blipFill>
        <p:spPr>
          <a:xfrm>
            <a:off x="65160" y="6400800"/>
            <a:ext cx="1553760" cy="396360"/>
          </a:xfrm>
          <a:prstGeom prst="rect">
            <a:avLst/>
          </a:prstGeom>
          <a:ln w="0">
            <a:noFill/>
          </a:ln>
        </p:spPr>
      </p:pic>
      <p:pic>
        <p:nvPicPr>
          <p:cNvPr id="274" name="Image 4"/>
          <p:cNvPicPr/>
          <p:nvPr/>
        </p:nvPicPr>
        <p:blipFill>
          <a:blip r:embed="rId4"/>
          <a:stretch/>
        </p:blipFill>
        <p:spPr>
          <a:xfrm>
            <a:off x="7668360" y="6307200"/>
            <a:ext cx="1295640" cy="514800"/>
          </a:xfrm>
          <a:prstGeom prst="rect">
            <a:avLst/>
          </a:prstGeom>
          <a:ln w="0">
            <a:noFill/>
          </a:ln>
        </p:spPr>
      </p:pic>
      <p:sp>
        <p:nvSpPr>
          <p:cNvPr id="275" name="TextBox 6"/>
          <p:cNvSpPr/>
          <p:nvPr/>
        </p:nvSpPr>
        <p:spPr>
          <a:xfrm>
            <a:off x="659836" y="892624"/>
            <a:ext cx="9493560" cy="59694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199"/>
              </a:spcAft>
              <a:buNone/>
            </a:pPr>
            <a:r>
              <a:rPr lang="en-US" sz="1800" b="0" strike="noStrike" spc="-1" dirty="0">
                <a:solidFill>
                  <a:srgbClr val="A71D5D"/>
                </a:solidFill>
                <a:latin typeface="Menlo"/>
                <a:ea typeface="ＭＳ Ｐゴシック"/>
              </a:rPr>
              <a:t>public</a:t>
            </a:r>
            <a:r>
              <a:rPr lang="en-US" sz="1800" b="0" strike="noStrike" spc="-1" dirty="0">
                <a:solidFill>
                  <a:srgbClr val="000000"/>
                </a:solidFill>
                <a:latin typeface="Menlo"/>
                <a:ea typeface="ＭＳ Ｐゴシック"/>
              </a:rPr>
              <a:t> </a:t>
            </a:r>
            <a:r>
              <a:rPr lang="en-US" sz="1800" b="0" strike="noStrike" spc="-1" dirty="0">
                <a:solidFill>
                  <a:srgbClr val="A71D5D"/>
                </a:solidFill>
                <a:latin typeface="Menlo"/>
                <a:ea typeface="ＭＳ Ｐゴシック"/>
              </a:rPr>
              <a:t>class</a:t>
            </a:r>
            <a:r>
              <a:rPr lang="en-US" sz="1800" b="0" strike="noStrike" spc="-1" dirty="0">
                <a:solidFill>
                  <a:srgbClr val="000000"/>
                </a:solidFill>
                <a:latin typeface="Menlo"/>
                <a:ea typeface="ＭＳ Ｐゴシック"/>
              </a:rPr>
              <a:t> </a:t>
            </a:r>
            <a:r>
              <a:rPr lang="en-US" sz="1800" b="0" strike="noStrike" spc="-1" dirty="0" err="1">
                <a:solidFill>
                  <a:srgbClr val="795DA3"/>
                </a:solidFill>
                <a:latin typeface="Menlo"/>
                <a:ea typeface="ＭＳ Ｐゴシック"/>
              </a:rPr>
              <a:t>Etudiant</a:t>
            </a:r>
            <a:r>
              <a:rPr lang="en-US" sz="1800" b="0" strike="noStrike" spc="-1" dirty="0">
                <a:solidFill>
                  <a:srgbClr val="000000"/>
                </a:solidFill>
                <a:latin typeface="Menlo"/>
                <a:ea typeface="ＭＳ Ｐゴシック"/>
              </a:rPr>
              <a:t> </a:t>
            </a:r>
            <a:r>
              <a:rPr lang="en-US" sz="1800" b="0" strike="noStrike" spc="-1" dirty="0">
                <a:solidFill>
                  <a:srgbClr val="333333"/>
                </a:solidFill>
                <a:latin typeface="Menlo"/>
                <a:ea typeface="ＭＳ Ｐゴシック"/>
              </a:rPr>
              <a:t>{</a:t>
            </a:r>
            <a:endParaRPr lang="en-US" sz="1800" b="0" strike="noStrike" spc="-1" dirty="0">
              <a:latin typeface="Arial"/>
            </a:endParaRPr>
          </a:p>
          <a:p>
            <a:pPr>
              <a:lnSpc>
                <a:spcPct val="100000"/>
              </a:lnSpc>
              <a:spcAft>
                <a:spcPts val="1199"/>
              </a:spcAft>
              <a:buNone/>
            </a:pPr>
            <a:r>
              <a:rPr lang="en-US" sz="1800" b="0" strike="noStrike" spc="-1" dirty="0">
                <a:solidFill>
                  <a:srgbClr val="000000"/>
                </a:solidFill>
                <a:latin typeface="Menlo"/>
                <a:ea typeface="ＭＳ Ｐゴシック"/>
              </a:rPr>
              <a:t>    </a:t>
            </a:r>
            <a:r>
              <a:rPr lang="en-US" sz="1800" b="0" strike="noStrike" spc="-1">
                <a:solidFill>
                  <a:srgbClr val="969896"/>
                </a:solidFill>
                <a:latin typeface="Menlo"/>
                <a:ea typeface="ＭＳ Ｐゴシック"/>
              </a:rPr>
              <a:t>// ATTRIBUTS</a:t>
            </a:r>
            <a:endParaRPr lang="en-US" sz="1800" b="0" strike="noStrike" spc="-1">
              <a:latin typeface="Arial"/>
            </a:endParaRPr>
          </a:p>
          <a:p>
            <a:pPr>
              <a:lnSpc>
                <a:spcPct val="100000"/>
              </a:lnSpc>
              <a:spcAft>
                <a:spcPts val="1199"/>
              </a:spcAft>
              <a:buNone/>
            </a:pPr>
            <a:r>
              <a:rPr lang="en-US" sz="1800" b="0" strike="noStrike" spc="-1" dirty="0">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dirty="0">
                <a:solidFill>
                  <a:srgbClr val="000000"/>
                </a:solidFill>
                <a:latin typeface="Menlo"/>
                <a:ea typeface="ＭＳ Ｐゴシック"/>
              </a:rPr>
              <a:t>    </a:t>
            </a:r>
            <a:r>
              <a:rPr lang="en-US" sz="1800" b="0" strike="noStrike" spc="-1" dirty="0">
                <a:solidFill>
                  <a:srgbClr val="795DA3"/>
                </a:solidFill>
                <a:latin typeface="Menlo"/>
                <a:ea typeface="ＭＳ Ｐゴシック"/>
              </a:rPr>
              <a:t>String</a:t>
            </a:r>
            <a:r>
              <a:rPr lang="en-US" sz="1800" b="0" strike="noStrike" spc="-1" dirty="0">
                <a:solidFill>
                  <a:srgbClr val="000000"/>
                </a:solidFill>
                <a:latin typeface="Menlo"/>
                <a:ea typeface="ＭＳ Ｐゴシック"/>
              </a:rPr>
              <a:t> </a:t>
            </a:r>
            <a:r>
              <a:rPr lang="en-US" sz="1800" b="0" strike="noStrike" spc="-1" dirty="0" err="1">
                <a:solidFill>
                  <a:srgbClr val="000000"/>
                </a:solidFill>
                <a:latin typeface="Menlo"/>
                <a:ea typeface="ＭＳ Ｐゴシック"/>
              </a:rPr>
              <a:t>prenom</a:t>
            </a:r>
            <a:r>
              <a:rPr lang="en-US" sz="1800" b="0" strike="noStrike" spc="-1" dirty="0">
                <a:solidFill>
                  <a:srgbClr val="333333"/>
                </a:solidFill>
                <a:latin typeface="Menlo"/>
                <a:ea typeface="ＭＳ Ｐゴシック"/>
              </a:rPr>
              <a:t>;</a:t>
            </a:r>
            <a:endParaRPr lang="en-US" sz="1800" b="0" strike="noStrike" spc="-1" dirty="0">
              <a:latin typeface="Arial"/>
            </a:endParaRPr>
          </a:p>
          <a:p>
            <a:pPr>
              <a:lnSpc>
                <a:spcPct val="100000"/>
              </a:lnSpc>
              <a:spcAft>
                <a:spcPts val="1199"/>
              </a:spcAft>
              <a:buNone/>
            </a:pPr>
            <a:r>
              <a:rPr lang="en-US" sz="1800" b="0" strike="noStrike" spc="-1" dirty="0">
                <a:solidFill>
                  <a:srgbClr val="000000"/>
                </a:solidFill>
                <a:latin typeface="Menlo"/>
                <a:ea typeface="ＭＳ Ｐゴシック"/>
              </a:rPr>
              <a:t>    </a:t>
            </a:r>
            <a:r>
              <a:rPr lang="en-US" sz="1800" b="0" strike="noStrike" spc="-1">
                <a:solidFill>
                  <a:srgbClr val="A71D5D"/>
                </a:solidFill>
                <a:latin typeface="Menlo"/>
                <a:ea typeface="ＭＳ Ｐゴシック"/>
              </a:rPr>
              <a:t>int</a:t>
            </a:r>
            <a:r>
              <a:rPr lang="en-US" sz="1800" b="0" strike="noStrike" spc="-1">
                <a:solidFill>
                  <a:srgbClr val="000000"/>
                </a:solidFill>
                <a:latin typeface="Menlo"/>
                <a:ea typeface="ＭＳ Ｐゴシック"/>
              </a:rPr>
              <a:t> age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dirty="0">
                <a:solidFill>
                  <a:srgbClr val="000000"/>
                </a:solidFill>
                <a:latin typeface="Menlo"/>
                <a:ea typeface="ＭＳ Ｐゴシック"/>
              </a:rPr>
              <a:t>    </a:t>
            </a:r>
            <a:r>
              <a:rPr lang="en-US" sz="1800" b="0" strike="noStrike" spc="-1">
                <a:solidFill>
                  <a:srgbClr val="A71D5D"/>
                </a:solidFill>
                <a:latin typeface="Menlo"/>
                <a:ea typeface="ＭＳ Ｐゴシック"/>
              </a:rPr>
              <a:t>double</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dirty="0">
                <a:solidFill>
                  <a:srgbClr val="000000"/>
                </a:solidFill>
                <a:latin typeface="Menlo"/>
                <a:ea typeface="ＭＳ Ｐゴシック"/>
              </a:rPr>
              <a:t>    </a:t>
            </a:r>
            <a:r>
              <a:rPr lang="en-US" sz="1800" b="0" strike="noStrike" spc="-1" dirty="0">
                <a:solidFill>
                  <a:srgbClr val="A71D5D"/>
                </a:solidFill>
                <a:latin typeface="Menlo"/>
                <a:ea typeface="ＭＳ Ｐゴシック"/>
              </a:rPr>
              <a:t>public</a:t>
            </a:r>
            <a:r>
              <a:rPr lang="en-US" sz="1800" b="0" strike="noStrike" spc="-1" dirty="0">
                <a:solidFill>
                  <a:srgbClr val="000000"/>
                </a:solidFill>
                <a:latin typeface="Menlo"/>
                <a:ea typeface="ＭＳ Ｐゴシック"/>
              </a:rPr>
              <a:t> </a:t>
            </a:r>
            <a:r>
              <a:rPr lang="en-US" sz="1800" b="0" strike="noStrike" spc="-1" dirty="0">
                <a:solidFill>
                  <a:srgbClr val="A71D5D"/>
                </a:solidFill>
                <a:latin typeface="Menlo"/>
                <a:ea typeface="ＭＳ Ｐゴシック"/>
              </a:rPr>
              <a:t>void</a:t>
            </a:r>
            <a:r>
              <a:rPr lang="en-US" sz="1800" b="0" strike="noStrike" spc="-1" dirty="0">
                <a:solidFill>
                  <a:srgbClr val="000000"/>
                </a:solidFill>
                <a:latin typeface="Menlo"/>
                <a:ea typeface="ＭＳ Ｐゴシック"/>
              </a:rPr>
              <a:t> </a:t>
            </a:r>
            <a:r>
              <a:rPr lang="en-US" sz="1800" b="0" strike="noStrike" spc="-1" dirty="0" err="1">
                <a:solidFill>
                  <a:srgbClr val="795DA3"/>
                </a:solidFill>
                <a:latin typeface="Menlo"/>
                <a:ea typeface="ＭＳ Ｐゴシック"/>
              </a:rPr>
              <a:t>sePresenter</a:t>
            </a:r>
            <a:r>
              <a:rPr lang="en-US" sz="1800" b="0" strike="noStrike" spc="-1" dirty="0">
                <a:solidFill>
                  <a:srgbClr val="333333"/>
                </a:solidFill>
                <a:latin typeface="Menlo"/>
                <a:ea typeface="ＭＳ Ｐゴシック"/>
              </a:rPr>
              <a:t>()</a:t>
            </a:r>
            <a:r>
              <a:rPr lang="en-US" sz="1800" b="0" strike="noStrike" spc="-1" dirty="0">
                <a:solidFill>
                  <a:srgbClr val="000000"/>
                </a:solidFill>
                <a:latin typeface="Menlo"/>
                <a:ea typeface="ＭＳ Ｐゴシック"/>
              </a:rPr>
              <a:t> </a:t>
            </a:r>
            <a:r>
              <a:rPr lang="en-US" sz="1800" b="0" strike="noStrike" spc="-1" dirty="0">
                <a:solidFill>
                  <a:srgbClr val="333333"/>
                </a:solidFill>
                <a:latin typeface="Menlo"/>
                <a:ea typeface="ＭＳ Ｐゴシック"/>
              </a:rPr>
              <a:t>{</a:t>
            </a:r>
            <a:endParaRPr lang="en-US" sz="1800" b="0" strike="noStrike" spc="-1" dirty="0">
              <a:latin typeface="Arial"/>
            </a:endParaRPr>
          </a:p>
          <a:p>
            <a:pPr>
              <a:lnSpc>
                <a:spcPct val="100000"/>
              </a:lnSpc>
              <a:spcAft>
                <a:spcPts val="1199"/>
              </a:spcAft>
              <a:buNone/>
            </a:pPr>
            <a:r>
              <a:rPr lang="en-US" sz="1800" b="0" strike="noStrike" spc="-1" dirty="0">
                <a:solidFill>
                  <a:srgbClr val="000000"/>
                </a:solidFill>
                <a:latin typeface="Menlo"/>
                <a:ea typeface="ＭＳ Ｐゴシック"/>
              </a:rPr>
              <a:t>        </a:t>
            </a:r>
            <a:r>
              <a:rPr lang="en-US" sz="1800" b="0" strike="noStrike" spc="-1" dirty="0" err="1">
                <a:solidFill>
                  <a:srgbClr val="795DA3"/>
                </a:solidFill>
                <a:latin typeface="Menlo"/>
                <a:ea typeface="ＭＳ Ｐゴシック"/>
              </a:rPr>
              <a:t>System</a:t>
            </a:r>
            <a:r>
              <a:rPr lang="en-US" sz="1800" b="0" strike="noStrike" spc="-1" dirty="0" err="1">
                <a:solidFill>
                  <a:srgbClr val="333333"/>
                </a:solidFill>
                <a:latin typeface="Menlo"/>
                <a:ea typeface="ＭＳ Ｐゴシック"/>
              </a:rPr>
              <a:t>.</a:t>
            </a:r>
            <a:r>
              <a:rPr lang="en-US" sz="1800" b="0" strike="noStrike" spc="-1" dirty="0" err="1">
                <a:solidFill>
                  <a:srgbClr val="000000"/>
                </a:solidFill>
                <a:latin typeface="Menlo"/>
                <a:ea typeface="ＭＳ Ｐゴシック"/>
              </a:rPr>
              <a:t>out</a:t>
            </a:r>
            <a:r>
              <a:rPr lang="en-US" sz="1800" b="0" strike="noStrike" spc="-1" dirty="0" err="1">
                <a:solidFill>
                  <a:srgbClr val="333333"/>
                </a:solidFill>
                <a:latin typeface="Menlo"/>
                <a:ea typeface="ＭＳ Ｐゴシック"/>
              </a:rPr>
              <a:t>.</a:t>
            </a:r>
            <a:r>
              <a:rPr lang="en-US" sz="1800" b="0" strike="noStrike" spc="-1" dirty="0" err="1">
                <a:solidFill>
                  <a:srgbClr val="795DA3"/>
                </a:solidFill>
                <a:latin typeface="Menlo"/>
                <a:ea typeface="ＭＳ Ｐゴシック"/>
              </a:rPr>
              <a:t>println</a:t>
            </a:r>
            <a:r>
              <a:rPr lang="en-US" sz="1800" b="0" strike="noStrike" spc="-1" dirty="0">
                <a:solidFill>
                  <a:srgbClr val="333333"/>
                </a:solidFill>
                <a:latin typeface="Menlo"/>
                <a:ea typeface="ＭＳ Ｐゴシック"/>
              </a:rPr>
              <a:t>(</a:t>
            </a:r>
            <a:r>
              <a:rPr lang="en-US" sz="1800" b="0" strike="noStrike" spc="-1" dirty="0">
                <a:solidFill>
                  <a:srgbClr val="183691"/>
                </a:solidFill>
                <a:latin typeface="Menlo"/>
                <a:ea typeface="ＭＳ Ｐゴシック"/>
              </a:rPr>
              <a:t>"Je </a:t>
            </a:r>
            <a:r>
              <a:rPr lang="en-US" sz="1800" b="0" strike="noStrike" spc="-1" dirty="0" err="1">
                <a:solidFill>
                  <a:srgbClr val="183691"/>
                </a:solidFill>
                <a:latin typeface="Menlo"/>
                <a:ea typeface="ＭＳ Ｐゴシック"/>
              </a:rPr>
              <a:t>m'appelle</a:t>
            </a:r>
            <a:r>
              <a:rPr lang="en-US" sz="1800" b="0" strike="noStrike" spc="-1" dirty="0">
                <a:solidFill>
                  <a:srgbClr val="183691"/>
                </a:solidFill>
                <a:latin typeface="Menlo"/>
                <a:ea typeface="ＭＳ Ｐゴシック"/>
              </a:rPr>
              <a:t> "</a:t>
            </a:r>
            <a:r>
              <a:rPr lang="en-US" sz="1800" b="0" strike="noStrike" spc="-1" dirty="0">
                <a:solidFill>
                  <a:srgbClr val="000000"/>
                </a:solidFill>
                <a:latin typeface="Menlo"/>
                <a:ea typeface="ＭＳ Ｐゴシック"/>
              </a:rPr>
              <a:t> </a:t>
            </a:r>
            <a:r>
              <a:rPr lang="en-US" sz="1800" b="0" strike="noStrike" spc="-1" dirty="0">
                <a:solidFill>
                  <a:srgbClr val="A71D5D"/>
                </a:solidFill>
                <a:latin typeface="Menlo"/>
                <a:ea typeface="ＭＳ Ｐゴシック"/>
              </a:rPr>
              <a:t>+</a:t>
            </a:r>
            <a:r>
              <a:rPr lang="en-US" sz="1800" b="0" strike="noStrike" spc="-1" dirty="0">
                <a:solidFill>
                  <a:srgbClr val="000000"/>
                </a:solidFill>
                <a:latin typeface="Menlo"/>
                <a:ea typeface="ＭＳ Ｐゴシック"/>
              </a:rPr>
              <a:t> </a:t>
            </a:r>
            <a:r>
              <a:rPr lang="en-US" sz="1800" b="0" strike="noStrike" spc="-1" dirty="0" err="1">
                <a:solidFill>
                  <a:srgbClr val="000000"/>
                </a:solidFill>
                <a:latin typeface="Menlo"/>
                <a:ea typeface="ＭＳ Ｐゴシック"/>
              </a:rPr>
              <a:t>prenom</a:t>
            </a:r>
            <a:r>
              <a:rPr lang="en-US" sz="1800" b="0" strike="noStrike" spc="-1" dirty="0">
                <a:solidFill>
                  <a:srgbClr val="000000"/>
                </a:solidFill>
                <a:latin typeface="Menlo"/>
                <a:ea typeface="ＭＳ Ｐゴシック"/>
              </a:rPr>
              <a:t> </a:t>
            </a:r>
            <a:r>
              <a:rPr lang="en-US" sz="1800" b="0" strike="noStrike" spc="-1" dirty="0">
                <a:solidFill>
                  <a:srgbClr val="A71D5D"/>
                </a:solidFill>
                <a:latin typeface="Menlo"/>
                <a:ea typeface="ＭＳ Ｐゴシック"/>
              </a:rPr>
              <a:t>+</a:t>
            </a:r>
            <a:r>
              <a:rPr lang="en-US" sz="1800" b="0" strike="noStrike" spc="-1" dirty="0">
                <a:solidFill>
                  <a:srgbClr val="000000"/>
                </a:solidFill>
                <a:latin typeface="Menlo"/>
                <a:ea typeface="ＭＳ Ｐゴシック"/>
              </a:rPr>
              <a:t> </a:t>
            </a:r>
            <a:r>
              <a:rPr lang="en-US" sz="1800" b="0" strike="noStrike" spc="-1" dirty="0">
                <a:solidFill>
                  <a:srgbClr val="183691"/>
                </a:solidFill>
                <a:latin typeface="Menlo"/>
                <a:ea typeface="ＭＳ Ｐゴシック"/>
              </a:rPr>
              <a:t>" "</a:t>
            </a:r>
            <a:r>
              <a:rPr lang="en-US" sz="1800" b="0" strike="noStrike" spc="-1" dirty="0">
                <a:solidFill>
                  <a:srgbClr val="000000"/>
                </a:solidFill>
                <a:latin typeface="Menlo"/>
                <a:ea typeface="ＭＳ Ｐゴシック"/>
              </a:rPr>
              <a:t> </a:t>
            </a:r>
            <a:r>
              <a:rPr lang="en-US" sz="1800" b="0" strike="noStrike" spc="-1" dirty="0">
                <a:solidFill>
                  <a:srgbClr val="A71D5D"/>
                </a:solidFill>
                <a:latin typeface="Menlo"/>
                <a:ea typeface="ＭＳ Ｐゴシック"/>
              </a:rPr>
              <a:t>+</a:t>
            </a:r>
            <a:r>
              <a:rPr lang="en-US" sz="1800" b="0" strike="noStrike" spc="-1" dirty="0">
                <a:solidFill>
                  <a:srgbClr val="000000"/>
                </a:solidFill>
                <a:latin typeface="Menlo"/>
                <a:ea typeface="ＭＳ Ｐゴシック"/>
              </a:rPr>
              <a:t> nom</a:t>
            </a:r>
            <a:r>
              <a:rPr lang="en-US" sz="1800" b="0" strike="noStrike" spc="-1" dirty="0">
                <a:solidFill>
                  <a:srgbClr val="333333"/>
                </a:solidFill>
                <a:latin typeface="Menlo"/>
                <a:ea typeface="ＭＳ Ｐゴシック"/>
              </a:rPr>
              <a:t>);</a:t>
            </a:r>
            <a:endParaRPr lang="en-US" sz="1800" b="0" strike="noStrike" spc="-1" dirty="0">
              <a:latin typeface="Arial"/>
            </a:endParaRPr>
          </a:p>
          <a:p>
            <a:pPr>
              <a:lnSpc>
                <a:spcPct val="100000"/>
              </a:lnSpc>
              <a:spcAft>
                <a:spcPts val="1199"/>
              </a:spcAft>
              <a:buNone/>
            </a:pPr>
            <a:r>
              <a:rPr lang="en-US" sz="1800" b="0" strike="noStrike" spc="-1" dirty="0">
                <a:solidFill>
                  <a:srgbClr val="000000"/>
                </a:solidFill>
                <a:latin typeface="Menlo"/>
                <a:ea typeface="ＭＳ Ｐゴシック"/>
              </a:rPr>
              <a:t>        </a:t>
            </a:r>
            <a:r>
              <a:rPr lang="en-US" sz="1800" b="0" strike="noStrike" spc="-1" dirty="0" err="1">
                <a:solidFill>
                  <a:srgbClr val="795DA3"/>
                </a:solidFill>
                <a:latin typeface="Menlo"/>
                <a:ea typeface="ＭＳ Ｐゴシック"/>
              </a:rPr>
              <a:t>System</a:t>
            </a:r>
            <a:r>
              <a:rPr lang="en-US" sz="1800" b="0" strike="noStrike" spc="-1" dirty="0" err="1">
                <a:solidFill>
                  <a:srgbClr val="333333"/>
                </a:solidFill>
                <a:latin typeface="Menlo"/>
                <a:ea typeface="ＭＳ Ｐゴシック"/>
              </a:rPr>
              <a:t>.</a:t>
            </a:r>
            <a:r>
              <a:rPr lang="en-US" sz="1800" b="0" strike="noStrike" spc="-1" dirty="0" err="1">
                <a:solidFill>
                  <a:srgbClr val="000000"/>
                </a:solidFill>
                <a:latin typeface="Menlo"/>
                <a:ea typeface="ＭＳ Ｐゴシック"/>
              </a:rPr>
              <a:t>out</a:t>
            </a:r>
            <a:r>
              <a:rPr lang="en-US" sz="1800" b="0" strike="noStrike" spc="-1" dirty="0" err="1">
                <a:solidFill>
                  <a:srgbClr val="333333"/>
                </a:solidFill>
                <a:latin typeface="Menlo"/>
                <a:ea typeface="ＭＳ Ｐゴシック"/>
              </a:rPr>
              <a:t>.</a:t>
            </a:r>
            <a:r>
              <a:rPr lang="en-US" sz="1800" b="0" strike="noStrike" spc="-1" dirty="0" err="1">
                <a:solidFill>
                  <a:srgbClr val="795DA3"/>
                </a:solidFill>
                <a:latin typeface="Menlo"/>
                <a:ea typeface="ＭＳ Ｐゴシック"/>
              </a:rPr>
              <a:t>println</a:t>
            </a:r>
            <a:r>
              <a:rPr lang="en-US" sz="1800" b="0" strike="noStrike" spc="-1" dirty="0">
                <a:solidFill>
                  <a:srgbClr val="333333"/>
                </a:solidFill>
                <a:latin typeface="Menlo"/>
                <a:ea typeface="ＭＳ Ｐゴシック"/>
              </a:rPr>
              <a:t>(</a:t>
            </a:r>
            <a:r>
              <a:rPr lang="en-US" sz="1800" b="0" strike="noStrike" spc="-1" dirty="0">
                <a:solidFill>
                  <a:srgbClr val="183691"/>
                </a:solidFill>
                <a:latin typeface="Menlo"/>
                <a:ea typeface="ＭＳ Ｐゴシック"/>
              </a:rPr>
              <a:t>"</a:t>
            </a:r>
            <a:r>
              <a:rPr lang="en-US" sz="1800" b="0" strike="noStrike" spc="-1" dirty="0" err="1">
                <a:solidFill>
                  <a:srgbClr val="183691"/>
                </a:solidFill>
                <a:latin typeface="Menlo"/>
                <a:ea typeface="ＭＳ Ｐゴシック"/>
              </a:rPr>
              <a:t>J'ai</a:t>
            </a:r>
            <a:r>
              <a:rPr lang="en-US" sz="1800" b="0" strike="noStrike" spc="-1" dirty="0">
                <a:solidFill>
                  <a:srgbClr val="183691"/>
                </a:solidFill>
                <a:latin typeface="Menlo"/>
                <a:ea typeface="ＭＳ Ｐゴシック"/>
              </a:rPr>
              <a:t> "</a:t>
            </a:r>
            <a:r>
              <a:rPr lang="en-US" sz="1800" b="0" strike="noStrike" spc="-1" dirty="0">
                <a:solidFill>
                  <a:srgbClr val="000000"/>
                </a:solidFill>
                <a:latin typeface="Menlo"/>
                <a:ea typeface="ＭＳ Ｐゴシック"/>
              </a:rPr>
              <a:t> </a:t>
            </a:r>
            <a:r>
              <a:rPr lang="en-US" sz="1800" b="0" strike="noStrike" spc="-1" dirty="0">
                <a:solidFill>
                  <a:srgbClr val="A71D5D"/>
                </a:solidFill>
                <a:latin typeface="Menlo"/>
                <a:ea typeface="ＭＳ Ｐゴシック"/>
              </a:rPr>
              <a:t>+</a:t>
            </a:r>
            <a:r>
              <a:rPr lang="en-US" sz="1800" b="0" strike="noStrike" spc="-1" dirty="0">
                <a:solidFill>
                  <a:srgbClr val="000000"/>
                </a:solidFill>
                <a:latin typeface="Menlo"/>
                <a:ea typeface="ＭＳ Ｐゴシック"/>
              </a:rPr>
              <a:t> age </a:t>
            </a:r>
            <a:r>
              <a:rPr lang="en-US" sz="1800" b="0" strike="noStrike" spc="-1" dirty="0">
                <a:solidFill>
                  <a:srgbClr val="A71D5D"/>
                </a:solidFill>
                <a:latin typeface="Menlo"/>
                <a:ea typeface="ＭＳ Ｐゴシック"/>
              </a:rPr>
              <a:t>+</a:t>
            </a:r>
            <a:r>
              <a:rPr lang="en-US" sz="1800" b="0" strike="noStrike" spc="-1" dirty="0">
                <a:solidFill>
                  <a:srgbClr val="000000"/>
                </a:solidFill>
                <a:latin typeface="Menlo"/>
                <a:ea typeface="ＭＳ Ｐゴシック"/>
              </a:rPr>
              <a:t> </a:t>
            </a:r>
            <a:r>
              <a:rPr lang="en-US" sz="1800" b="0" strike="noStrike" spc="-1" dirty="0">
                <a:solidFill>
                  <a:srgbClr val="183691"/>
                </a:solidFill>
                <a:latin typeface="Menlo"/>
                <a:ea typeface="ＭＳ Ｐゴシック"/>
              </a:rPr>
              <a:t>" ans."</a:t>
            </a:r>
            <a:r>
              <a:rPr lang="en-US" sz="1800" b="0" strike="noStrike" spc="-1" dirty="0">
                <a:solidFill>
                  <a:srgbClr val="333333"/>
                </a:solidFill>
                <a:latin typeface="Menlo"/>
                <a:ea typeface="ＭＳ Ｐゴシック"/>
              </a:rPr>
              <a:t>);</a:t>
            </a:r>
            <a:endParaRPr lang="en-US" sz="1800" b="0" strike="noStrike" spc="-1" dirty="0">
              <a:latin typeface="Arial"/>
            </a:endParaRPr>
          </a:p>
          <a:p>
            <a:pPr>
              <a:lnSpc>
                <a:spcPct val="100000"/>
              </a:lnSpc>
              <a:spcAft>
                <a:spcPts val="1199"/>
              </a:spcAft>
              <a:buNone/>
            </a:pPr>
            <a:r>
              <a:rPr lang="en-US" sz="1800" b="0" strike="noStrike" spc="-1" dirty="0">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dirty="0">
                <a:solidFill>
                  <a:srgbClr val="000000"/>
                </a:solidFill>
                <a:latin typeface="Menlo"/>
                <a:ea typeface="ＭＳ Ｐゴシック"/>
              </a:rPr>
              <a:t>    </a:t>
            </a:r>
            <a:r>
              <a:rPr lang="en-US" sz="1800" b="0" strike="noStrike" spc="-1" dirty="0">
                <a:solidFill>
                  <a:srgbClr val="A71D5D"/>
                </a:solidFill>
                <a:latin typeface="Menlo"/>
                <a:ea typeface="ＭＳ Ｐゴシック"/>
              </a:rPr>
              <a:t>public</a:t>
            </a:r>
            <a:r>
              <a:rPr lang="en-US" sz="1800" b="0" strike="noStrike" spc="-1" dirty="0">
                <a:solidFill>
                  <a:srgbClr val="000000"/>
                </a:solidFill>
                <a:latin typeface="Menlo"/>
                <a:ea typeface="ＭＳ Ｐゴシック"/>
              </a:rPr>
              <a:t> </a:t>
            </a:r>
            <a:r>
              <a:rPr lang="en-US" sz="1800" b="0" strike="noStrike" spc="-1" dirty="0" err="1">
                <a:solidFill>
                  <a:srgbClr val="A71D5D"/>
                </a:solidFill>
                <a:latin typeface="Menlo"/>
                <a:ea typeface="ＭＳ Ｐゴシック"/>
              </a:rPr>
              <a:t>boolean</a:t>
            </a:r>
            <a:r>
              <a:rPr lang="en-US" sz="1800" b="0" strike="noStrike" spc="-1" dirty="0">
                <a:solidFill>
                  <a:srgbClr val="000000"/>
                </a:solidFill>
                <a:latin typeface="Menlo"/>
                <a:ea typeface="ＭＳ Ｐゴシック"/>
              </a:rPr>
              <a:t> </a:t>
            </a:r>
            <a:r>
              <a:rPr lang="en-US" sz="1800" b="0" strike="noStrike" spc="-1" dirty="0" err="1">
                <a:solidFill>
                  <a:srgbClr val="795DA3"/>
                </a:solidFill>
                <a:latin typeface="Menlo"/>
                <a:ea typeface="ＭＳ Ｐゴシック"/>
              </a:rPr>
              <a:t>estAdmis</a:t>
            </a:r>
            <a:r>
              <a:rPr lang="en-US" sz="1800" b="0" strike="noStrike" spc="-1" dirty="0">
                <a:solidFill>
                  <a:srgbClr val="333333"/>
                </a:solidFill>
                <a:latin typeface="Menlo"/>
                <a:ea typeface="ＭＳ Ｐゴシック"/>
              </a:rPr>
              <a:t>()</a:t>
            </a:r>
            <a:r>
              <a:rPr lang="en-US" sz="1800" b="0" strike="noStrike" spc="-1" dirty="0">
                <a:solidFill>
                  <a:srgbClr val="000000"/>
                </a:solidFill>
                <a:latin typeface="Menlo"/>
                <a:ea typeface="ＭＳ Ｐゴシック"/>
              </a:rPr>
              <a:t> </a:t>
            </a:r>
            <a:r>
              <a:rPr lang="en-US" sz="1800" b="0" strike="noStrike" spc="-1" dirty="0">
                <a:solidFill>
                  <a:srgbClr val="333333"/>
                </a:solidFill>
                <a:latin typeface="Menlo"/>
                <a:ea typeface="ＭＳ Ｐゴシック"/>
              </a:rPr>
              <a:t>{</a:t>
            </a:r>
            <a:endParaRPr lang="en-US" sz="1800" b="0" strike="noStrike" spc="-1" dirty="0">
              <a:latin typeface="Arial"/>
            </a:endParaRPr>
          </a:p>
          <a:p>
            <a:pPr>
              <a:lnSpc>
                <a:spcPct val="100000"/>
              </a:lnSpc>
              <a:spcAft>
                <a:spcPts val="1199"/>
              </a:spcAft>
              <a:buNone/>
            </a:pPr>
            <a:r>
              <a:rPr lang="en-US" sz="1800" b="0" strike="noStrike" spc="-1" dirty="0">
                <a:solidFill>
                  <a:srgbClr val="000000"/>
                </a:solidFill>
                <a:latin typeface="Menlo"/>
                <a:ea typeface="ＭＳ Ｐゴシック"/>
              </a:rPr>
              <a:t>        </a:t>
            </a:r>
            <a:r>
              <a:rPr lang="en-US" sz="1800" b="0" strike="noStrike" spc="-1">
                <a:solidFill>
                  <a:srgbClr val="A71D5D"/>
                </a:solidFill>
                <a:latin typeface="Menlo"/>
                <a:ea typeface="ＭＳ Ｐゴシック"/>
              </a:rPr>
              <a:t>return</a:t>
            </a:r>
            <a:r>
              <a:rPr lang="en-US" sz="1800" b="0" strike="noStrike" spc="-1">
                <a:solidFill>
                  <a:srgbClr val="000000"/>
                </a:solidFill>
                <a:latin typeface="Menlo"/>
                <a:ea typeface="ＭＳ Ｐゴシック"/>
              </a:rPr>
              <a:t> note </a:t>
            </a:r>
            <a:r>
              <a:rPr lang="en-US" sz="1800" b="0" strike="noStrike" spc="-1">
                <a:solidFill>
                  <a:srgbClr val="A71D5D"/>
                </a:solidFill>
                <a:latin typeface="Menlo"/>
                <a:ea typeface="ＭＳ Ｐゴシック"/>
              </a:rPr>
              <a:t>&gt;=</a:t>
            </a:r>
            <a:r>
              <a:rPr lang="en-US" sz="1800" b="0" strike="noStrike" spc="-1" dirty="0">
                <a:solidFill>
                  <a:srgbClr val="000000"/>
                </a:solidFill>
                <a:latin typeface="Menlo"/>
                <a:ea typeface="ＭＳ Ｐゴシック"/>
              </a:rPr>
              <a:t> </a:t>
            </a:r>
            <a:r>
              <a:rPr lang="en-US" sz="1800" b="0" strike="noStrike" spc="-1">
                <a:solidFill>
                  <a:srgbClr val="0086B3"/>
                </a:solidFill>
                <a:latin typeface="Menlo"/>
                <a:ea typeface="ＭＳ Ｐゴシック"/>
              </a:rPr>
              <a:t>10</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dirty="0">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333333"/>
                </a:solidFill>
                <a:latin typeface="Menlo"/>
                <a:ea typeface="ＭＳ Ｐゴシック"/>
              </a:rPr>
              <a:t>}</a:t>
            </a:r>
            <a:endParaRPr lang="en-US" sz="1800" b="0" strike="noStrike" spc="-1">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755640" y="151920"/>
            <a:ext cx="8208720" cy="540360"/>
          </a:xfrm>
          <a:prstGeom prst="rect">
            <a:avLst/>
          </a:prstGeom>
          <a:noFill/>
          <a:ln w="0">
            <a:noFill/>
          </a:ln>
        </p:spPr>
        <p:txBody>
          <a:bodyPr numCol="1" spcCol="0" anchor="t">
            <a:noAutofit/>
          </a:bodyPr>
          <a:lstStyle/>
          <a:p>
            <a:pPr>
              <a:lnSpc>
                <a:spcPct val="100000"/>
              </a:lnSpc>
              <a:buNone/>
            </a:pPr>
            <a:r>
              <a:rPr lang="fr-FR" sz="2400" b="1" strike="noStrike" cap="all" spc="-1">
                <a:solidFill>
                  <a:srgbClr val="FF0000"/>
                </a:solidFill>
                <a:latin typeface="Trebuchet MS"/>
                <a:ea typeface="ＭＳ Ｐゴシック"/>
              </a:rPr>
              <a:t>V. </a:t>
            </a:r>
            <a:r>
              <a:rPr lang="fr-FR" sz="2400" b="1" strike="noStrike" cap="all" spc="-1">
                <a:solidFill>
                  <a:srgbClr val="FF0000"/>
                </a:solidFill>
                <a:latin typeface="Arial"/>
                <a:ea typeface="ＭＳ Ｐゴシック"/>
              </a:rPr>
              <a:t>Classes et </a:t>
            </a:r>
            <a:r>
              <a:rPr lang="fr-FR" sz="2400" b="1" strike="noStrike" cap="all" spc="-1">
                <a:solidFill>
                  <a:srgbClr val="FF0000"/>
                </a:solidFill>
                <a:latin typeface="Trebuchet MS"/>
                <a:ea typeface="ＭＳ Ｐゴシック"/>
              </a:rPr>
              <a:t>Objets</a:t>
            </a:r>
            <a:endParaRPr lang="fr-CA" sz="2400" b="0" strike="noStrike" spc="-1">
              <a:solidFill>
                <a:srgbClr val="000000"/>
              </a:solidFill>
              <a:latin typeface="Arial"/>
            </a:endParaRPr>
          </a:p>
        </p:txBody>
      </p:sp>
      <p:pic>
        <p:nvPicPr>
          <p:cNvPr id="277" name="Image 1"/>
          <p:cNvPicPr/>
          <p:nvPr/>
        </p:nvPicPr>
        <p:blipFill>
          <a:blip r:embed="rId3"/>
          <a:stretch/>
        </p:blipFill>
        <p:spPr>
          <a:xfrm>
            <a:off x="65160" y="6400800"/>
            <a:ext cx="1553760" cy="396360"/>
          </a:xfrm>
          <a:prstGeom prst="rect">
            <a:avLst/>
          </a:prstGeom>
          <a:ln w="0">
            <a:noFill/>
          </a:ln>
        </p:spPr>
      </p:pic>
      <p:pic>
        <p:nvPicPr>
          <p:cNvPr id="278" name="Image 4"/>
          <p:cNvPicPr/>
          <p:nvPr/>
        </p:nvPicPr>
        <p:blipFill>
          <a:blip r:embed="rId4"/>
          <a:stretch/>
        </p:blipFill>
        <p:spPr>
          <a:xfrm>
            <a:off x="7668360" y="6307200"/>
            <a:ext cx="1295640" cy="514800"/>
          </a:xfrm>
          <a:prstGeom prst="rect">
            <a:avLst/>
          </a:prstGeom>
          <a:ln w="0">
            <a:noFill/>
          </a:ln>
        </p:spPr>
      </p:pic>
      <p:sp>
        <p:nvSpPr>
          <p:cNvPr id="279" name="TextBox 6"/>
          <p:cNvSpPr/>
          <p:nvPr/>
        </p:nvSpPr>
        <p:spPr>
          <a:xfrm>
            <a:off x="1619280" y="860760"/>
            <a:ext cx="6613560" cy="5757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199"/>
              </a:spcAft>
              <a:buNone/>
            </a:pP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class</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Main</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static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void</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main</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String</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args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Etudiant</a:t>
            </a:r>
            <a:r>
              <a:rPr lang="en-US" sz="1800" b="0" strike="noStrike" spc="-1">
                <a:solidFill>
                  <a:srgbClr val="000000"/>
                </a:solidFill>
                <a:latin typeface="Menlo"/>
                <a:ea typeface="ＭＳ Ｐゴシック"/>
              </a:rPr>
              <a:t> etudiant1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new</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Etudiant</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etudiant1</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nom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183691"/>
                </a:solidFill>
                <a:latin typeface="Menlo"/>
                <a:ea typeface="ＭＳ Ｐゴシック"/>
              </a:rPr>
              <a:t>"Kouassi"</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etudiant1</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prenom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183691"/>
                </a:solidFill>
                <a:latin typeface="Menlo"/>
                <a:ea typeface="ＭＳ Ｐゴシック"/>
              </a:rPr>
              <a:t>"Jean"</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etudiant1</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age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0086B3"/>
                </a:solidFill>
                <a:latin typeface="Menlo"/>
                <a:ea typeface="ＭＳ Ｐゴシック"/>
              </a:rPr>
              <a:t>20</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etudiant1</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note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0086B3"/>
                </a:solidFill>
                <a:latin typeface="Menlo"/>
                <a:ea typeface="ＭＳ Ｐゴシック"/>
              </a:rPr>
              <a:t>14.5</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etudiant1</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sePresenter</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System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out</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println</a:t>
            </a:r>
            <a:r>
              <a:rPr lang="en-US" sz="1800" b="0" strike="noStrike" spc="-1">
                <a:solidFill>
                  <a:srgbClr val="333333"/>
                </a:solidFill>
                <a:latin typeface="Menlo"/>
                <a:ea typeface="ＭＳ Ｐゴシック"/>
              </a:rPr>
              <a:t>(</a:t>
            </a:r>
            <a:r>
              <a:rPr lang="en-US" sz="1800" b="0" strike="noStrike" spc="-1">
                <a:solidFill>
                  <a:srgbClr val="183691"/>
                </a:solidFill>
                <a:latin typeface="Menlo"/>
                <a:ea typeface="ＭＳ Ｐゴシック"/>
              </a:rPr>
              <a:t>"Admis ? "</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etudiant1</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estAdmis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969896"/>
                </a:solidFill>
                <a:latin typeface="Menlo"/>
                <a:ea typeface="ＭＳ Ｐゴシック"/>
              </a:rPr>
              <a:t>// true</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333333"/>
                </a:solidFill>
                <a:latin typeface="Menlo"/>
                <a:ea typeface="ＭＳ Ｐゴシック"/>
              </a:rPr>
              <a:t>}</a:t>
            </a:r>
            <a:endParaRPr lang="en-US" sz="1800" b="0" strike="noStrike" spc="-1">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755640" y="151920"/>
            <a:ext cx="8208720" cy="540360"/>
          </a:xfrm>
          <a:prstGeom prst="rect">
            <a:avLst/>
          </a:prstGeom>
          <a:noFill/>
          <a:ln w="0">
            <a:noFill/>
          </a:ln>
        </p:spPr>
        <p:txBody>
          <a:bodyPr numCol="1" spcCol="0" anchor="t">
            <a:noAutofit/>
          </a:bodyPr>
          <a:lstStyle/>
          <a:p>
            <a:pPr>
              <a:lnSpc>
                <a:spcPct val="100000"/>
              </a:lnSpc>
              <a:buNone/>
            </a:pPr>
            <a:r>
              <a:rPr lang="fr-FR" sz="2400" b="1" strike="noStrike" cap="all" spc="-1">
                <a:solidFill>
                  <a:srgbClr val="FF0000"/>
                </a:solidFill>
                <a:latin typeface="Trebuchet MS"/>
                <a:ea typeface="ＭＳ Ｐゴシック"/>
              </a:rPr>
              <a:t>VI. </a:t>
            </a:r>
            <a:r>
              <a:rPr lang="en-US" sz="2400" b="1" strike="noStrike" cap="all" spc="-1">
                <a:solidFill>
                  <a:srgbClr val="FF0000"/>
                </a:solidFill>
                <a:latin typeface="Trebuchet MS"/>
                <a:ea typeface="ＭＳ Ｐゴシック"/>
              </a:rPr>
              <a:t>Constructeur</a:t>
            </a:r>
            <a:endParaRPr lang="fr-CA" sz="2400" b="0" strike="noStrike" spc="-1">
              <a:solidFill>
                <a:srgbClr val="000000"/>
              </a:solidFill>
              <a:latin typeface="Arial"/>
            </a:endParaRPr>
          </a:p>
        </p:txBody>
      </p:sp>
      <p:pic>
        <p:nvPicPr>
          <p:cNvPr id="281" name="Image 1"/>
          <p:cNvPicPr/>
          <p:nvPr/>
        </p:nvPicPr>
        <p:blipFill>
          <a:blip r:embed="rId3"/>
          <a:stretch/>
        </p:blipFill>
        <p:spPr>
          <a:xfrm>
            <a:off x="65160" y="6400800"/>
            <a:ext cx="1553760" cy="396360"/>
          </a:xfrm>
          <a:prstGeom prst="rect">
            <a:avLst/>
          </a:prstGeom>
          <a:ln w="0">
            <a:noFill/>
          </a:ln>
        </p:spPr>
      </p:pic>
      <p:pic>
        <p:nvPicPr>
          <p:cNvPr id="282" name="Image 4"/>
          <p:cNvPicPr/>
          <p:nvPr/>
        </p:nvPicPr>
        <p:blipFill>
          <a:blip r:embed="rId4"/>
          <a:stretch/>
        </p:blipFill>
        <p:spPr>
          <a:xfrm>
            <a:off x="7668360" y="6307200"/>
            <a:ext cx="1295640" cy="514800"/>
          </a:xfrm>
          <a:prstGeom prst="rect">
            <a:avLst/>
          </a:prstGeom>
          <a:ln w="0">
            <a:noFill/>
          </a:ln>
        </p:spPr>
      </p:pic>
      <p:sp>
        <p:nvSpPr>
          <p:cNvPr id="283" name="TextBox 8"/>
          <p:cNvSpPr/>
          <p:nvPr/>
        </p:nvSpPr>
        <p:spPr>
          <a:xfrm>
            <a:off x="65160" y="980640"/>
            <a:ext cx="889200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fr-FR" spc="-1">
                <a:solidFill>
                  <a:srgbClr val="333333"/>
                </a:solidFill>
                <a:latin typeface="Helvetica Neue"/>
                <a:ea typeface="ＭＳ Ｐゴシック"/>
              </a:rPr>
              <a:t>          </a:t>
            </a:r>
            <a:r>
              <a:rPr lang="fr-FR" sz="1800" b="0" strike="noStrike" spc="-1">
                <a:solidFill>
                  <a:srgbClr val="333333"/>
                </a:solidFill>
                <a:latin typeface="Helvetica Neue"/>
                <a:ea typeface="ＭＳ Ｐゴシック"/>
              </a:rPr>
              <a:t>Au lieu de remplir les attributs un par un, le </a:t>
            </a:r>
            <a:r>
              <a:rPr lang="fr-FR" sz="1800" b="1" strike="noStrike" spc="-1">
                <a:solidFill>
                  <a:srgbClr val="000000"/>
                </a:solidFill>
                <a:latin typeface="Helvetica Neue"/>
                <a:ea typeface="ＭＳ Ｐゴシック"/>
              </a:rPr>
              <a:t>constructeur</a:t>
            </a:r>
            <a:r>
              <a:rPr lang="fr-FR" sz="1800" b="0" strike="noStrike" spc="-1">
                <a:solidFill>
                  <a:srgbClr val="333333"/>
                </a:solidFill>
                <a:latin typeface="Helvetica Neue"/>
                <a:ea typeface="ＭＳ Ｐゴシック"/>
              </a:rPr>
              <a:t> initialise tout à la création de l'objet :</a:t>
            </a:r>
            <a:endParaRPr lang="en-US" sz="1800" b="0" strike="noStrike" spc="-1">
              <a:latin typeface="Arial"/>
            </a:endParaRPr>
          </a:p>
        </p:txBody>
      </p:sp>
      <p:sp>
        <p:nvSpPr>
          <p:cNvPr id="284" name="TextBox 10"/>
          <p:cNvSpPr/>
          <p:nvPr/>
        </p:nvSpPr>
        <p:spPr>
          <a:xfrm>
            <a:off x="539640" y="1981440"/>
            <a:ext cx="7416360" cy="3898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199"/>
              </a:spcAft>
              <a:buNone/>
            </a:pPr>
            <a:r>
              <a:rPr lang="en-US" sz="1800" b="0" strike="noStrike" spc="-1">
                <a:solidFill>
                  <a:srgbClr val="969896"/>
                </a:solidFill>
                <a:latin typeface="Menlo"/>
                <a:ea typeface="ＭＳ Ｐゴシック"/>
              </a:rPr>
              <a:t>// CONSTRUCTEUR</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Etudiant</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prenom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int</a:t>
            </a:r>
            <a:r>
              <a:rPr lang="en-US" sz="1800" b="0" strike="noStrike" spc="-1">
                <a:solidFill>
                  <a:srgbClr val="000000"/>
                </a:solidFill>
                <a:latin typeface="Menlo"/>
                <a:ea typeface="ＭＳ Ｐゴシック"/>
              </a:rPr>
              <a:t> age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double</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this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nom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969896"/>
                </a:solidFill>
                <a:latin typeface="Menlo"/>
                <a:ea typeface="ＭＳ Ｐゴシック"/>
              </a:rPr>
              <a:t>// "this" = l'objet en cours de création</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this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prenom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prenom</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this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age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age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this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note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endParaRPr lang="en-US" sz="1800" b="0" strike="noStrike" spc="-1">
              <a:latin typeface="Arial"/>
            </a:endParaRPr>
          </a:p>
        </p:txBody>
      </p:sp>
      <p:sp>
        <p:nvSpPr>
          <p:cNvPr id="285" name="TextBox 12"/>
          <p:cNvSpPr/>
          <p:nvPr/>
        </p:nvSpPr>
        <p:spPr>
          <a:xfrm>
            <a:off x="842040" y="5169600"/>
            <a:ext cx="7329960" cy="1217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199"/>
              </a:spcAft>
              <a:buNone/>
            </a:pPr>
            <a:r>
              <a:rPr lang="fr-FR" sz="1800" b="0" strike="noStrike" spc="-1">
                <a:solidFill>
                  <a:srgbClr val="969896"/>
                </a:solidFill>
                <a:latin typeface="Menlo"/>
                <a:ea typeface="ＭＳ Ｐゴシック"/>
              </a:rPr>
              <a:t>// Création en une seule ligne !</a:t>
            </a:r>
            <a:endParaRPr lang="en-US" sz="1800" b="0" strike="noStrike" spc="-1">
              <a:latin typeface="Arial"/>
            </a:endParaRPr>
          </a:p>
          <a:p>
            <a:pPr>
              <a:lnSpc>
                <a:spcPct val="100000"/>
              </a:lnSpc>
              <a:spcAft>
                <a:spcPts val="1199"/>
              </a:spcAft>
              <a:buNone/>
            </a:pPr>
            <a:r>
              <a:rPr lang="fr-FR" sz="1800" b="0" strike="noStrike" spc="-1">
                <a:solidFill>
                  <a:srgbClr val="795DA3"/>
                </a:solidFill>
                <a:latin typeface="Menlo"/>
                <a:ea typeface="ＭＳ Ｐゴシック"/>
              </a:rPr>
              <a:t>Etudiant</a:t>
            </a:r>
            <a:r>
              <a:rPr lang="fr-FR" sz="1800" b="0" strike="noStrike" spc="-1">
                <a:solidFill>
                  <a:srgbClr val="000000"/>
                </a:solidFill>
                <a:latin typeface="Menlo"/>
                <a:ea typeface="ＭＳ Ｐゴシック"/>
              </a:rPr>
              <a:t> e1 </a:t>
            </a:r>
            <a:r>
              <a:rPr lang="fr-FR" sz="1800" b="0" strike="noStrike" spc="-1">
                <a:solidFill>
                  <a:srgbClr val="A71D5D"/>
                </a:solidFill>
                <a:latin typeface="Menlo"/>
                <a:ea typeface="ＭＳ Ｐゴシック"/>
              </a:rPr>
              <a:t>=</a:t>
            </a:r>
            <a:r>
              <a:rPr lang="fr-FR" sz="1800" b="0" strike="noStrike" spc="-1">
                <a:solidFill>
                  <a:srgbClr val="000000"/>
                </a:solidFill>
                <a:latin typeface="Menlo"/>
                <a:ea typeface="ＭＳ Ｐゴシック"/>
              </a:rPr>
              <a:t> </a:t>
            </a:r>
            <a:r>
              <a:rPr lang="fr-FR" sz="1800" b="0" strike="noStrike" spc="-1">
                <a:solidFill>
                  <a:srgbClr val="A71D5D"/>
                </a:solidFill>
                <a:latin typeface="Menlo"/>
                <a:ea typeface="ＭＳ Ｐゴシック"/>
              </a:rPr>
              <a:t>new</a:t>
            </a:r>
            <a:r>
              <a:rPr lang="fr-FR" sz="1800" b="0" strike="noStrike" spc="-1">
                <a:solidFill>
                  <a:srgbClr val="000000"/>
                </a:solidFill>
                <a:latin typeface="Menlo"/>
                <a:ea typeface="ＭＳ Ｐゴシック"/>
              </a:rPr>
              <a:t> </a:t>
            </a:r>
            <a:r>
              <a:rPr lang="fr-FR" sz="1800" b="0" strike="noStrike" spc="-1">
                <a:solidFill>
                  <a:srgbClr val="795DA3"/>
                </a:solidFill>
                <a:latin typeface="Menlo"/>
                <a:ea typeface="ＭＳ Ｐゴシック"/>
              </a:rPr>
              <a:t>Etudiant</a:t>
            </a:r>
            <a:r>
              <a:rPr lang="fr-FR" sz="1800" b="0" strike="noStrike" spc="-1">
                <a:solidFill>
                  <a:srgbClr val="333333"/>
                </a:solidFill>
                <a:latin typeface="Menlo"/>
                <a:ea typeface="ＭＳ Ｐゴシック"/>
              </a:rPr>
              <a:t>(</a:t>
            </a:r>
            <a:r>
              <a:rPr lang="fr-FR" sz="1800" b="0" strike="noStrike" spc="-1">
                <a:solidFill>
                  <a:srgbClr val="183691"/>
                </a:solidFill>
                <a:latin typeface="Menlo"/>
                <a:ea typeface="ＭＳ Ｐゴシック"/>
              </a:rPr>
              <a:t>"Kouassi"</a:t>
            </a:r>
            <a:r>
              <a:rPr lang="fr-FR" sz="1800" b="0" strike="noStrike" spc="-1">
                <a:solidFill>
                  <a:srgbClr val="333333"/>
                </a:solidFill>
                <a:latin typeface="Menlo"/>
                <a:ea typeface="ＭＳ Ｐゴシック"/>
              </a:rPr>
              <a:t>,</a:t>
            </a:r>
            <a:r>
              <a:rPr lang="fr-FR" sz="1800" b="0" strike="noStrike" spc="-1">
                <a:solidFill>
                  <a:srgbClr val="000000"/>
                </a:solidFill>
                <a:latin typeface="Menlo"/>
                <a:ea typeface="ＭＳ Ｐゴシック"/>
              </a:rPr>
              <a:t> </a:t>
            </a:r>
            <a:r>
              <a:rPr lang="fr-FR" sz="1800" b="0" strike="noStrike" spc="-1">
                <a:solidFill>
                  <a:srgbClr val="183691"/>
                </a:solidFill>
                <a:latin typeface="Menlo"/>
                <a:ea typeface="ＭＳ Ｐゴシック"/>
              </a:rPr>
              <a:t>"Jean"</a:t>
            </a:r>
            <a:r>
              <a:rPr lang="fr-FR" sz="1800" b="0" strike="noStrike" spc="-1">
                <a:solidFill>
                  <a:srgbClr val="333333"/>
                </a:solidFill>
                <a:latin typeface="Menlo"/>
                <a:ea typeface="ＭＳ Ｐゴシック"/>
              </a:rPr>
              <a:t>,</a:t>
            </a:r>
            <a:r>
              <a:rPr lang="fr-FR" sz="1800" b="0" strike="noStrike" spc="-1">
                <a:solidFill>
                  <a:srgbClr val="000000"/>
                </a:solidFill>
                <a:latin typeface="Menlo"/>
                <a:ea typeface="ＭＳ Ｐゴシック"/>
              </a:rPr>
              <a:t> </a:t>
            </a:r>
            <a:r>
              <a:rPr lang="fr-FR" sz="1800" b="0" strike="noStrike" spc="-1">
                <a:solidFill>
                  <a:srgbClr val="0086B3"/>
                </a:solidFill>
                <a:latin typeface="Menlo"/>
                <a:ea typeface="ＭＳ Ｐゴシック"/>
              </a:rPr>
              <a:t>20</a:t>
            </a:r>
            <a:r>
              <a:rPr lang="fr-FR" sz="1800" b="0" strike="noStrike" spc="-1">
                <a:solidFill>
                  <a:srgbClr val="333333"/>
                </a:solidFill>
                <a:latin typeface="Menlo"/>
                <a:ea typeface="ＭＳ Ｐゴシック"/>
              </a:rPr>
              <a:t>,</a:t>
            </a:r>
            <a:r>
              <a:rPr lang="fr-FR" sz="1800" b="0" strike="noStrike" spc="-1">
                <a:solidFill>
                  <a:srgbClr val="000000"/>
                </a:solidFill>
                <a:latin typeface="Menlo"/>
                <a:ea typeface="ＭＳ Ｐゴシック"/>
              </a:rPr>
              <a:t> </a:t>
            </a:r>
            <a:r>
              <a:rPr lang="fr-FR" sz="1800" b="0" strike="noStrike" spc="-1">
                <a:solidFill>
                  <a:srgbClr val="0086B3"/>
                </a:solidFill>
                <a:latin typeface="Menlo"/>
                <a:ea typeface="ＭＳ Ｐゴシック"/>
              </a:rPr>
              <a:t>14.5</a:t>
            </a:r>
            <a:r>
              <a:rPr lang="fr-FR"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fr-FR" sz="1800" b="0" strike="noStrike" spc="-1">
                <a:solidFill>
                  <a:srgbClr val="000000"/>
                </a:solidFill>
                <a:latin typeface="Menlo"/>
                <a:ea typeface="ＭＳ Ｐゴシック"/>
              </a:rPr>
              <a:t>e1</a:t>
            </a:r>
            <a:r>
              <a:rPr lang="fr-FR" sz="1800" b="0" strike="noStrike" spc="-1">
                <a:solidFill>
                  <a:srgbClr val="333333"/>
                </a:solidFill>
                <a:latin typeface="Menlo"/>
                <a:ea typeface="ＭＳ Ｐゴシック"/>
              </a:rPr>
              <a:t>.</a:t>
            </a:r>
            <a:r>
              <a:rPr lang="fr-FR" sz="1800" b="0" strike="noStrike" spc="-1">
                <a:solidFill>
                  <a:srgbClr val="795DA3"/>
                </a:solidFill>
                <a:latin typeface="Menlo"/>
                <a:ea typeface="ＭＳ Ｐゴシック"/>
              </a:rPr>
              <a:t>sePresenter</a:t>
            </a:r>
            <a:r>
              <a:rPr lang="fr-FR" sz="1800" b="0" strike="noStrike" spc="-1">
                <a:solidFill>
                  <a:srgbClr val="333333"/>
                </a:solidFill>
                <a:latin typeface="Menlo"/>
                <a:ea typeface="ＭＳ Ｐゴシック"/>
              </a:rPr>
              <a:t>();</a:t>
            </a:r>
            <a:r>
              <a:rPr lang="fr-FR" sz="1800" b="0" strike="noStrike" spc="-1">
                <a:solidFill>
                  <a:srgbClr val="000000"/>
                </a:solidFill>
                <a:latin typeface="Menlo"/>
                <a:ea typeface="ＭＳ Ｐゴシック"/>
              </a:rPr>
              <a:t> </a:t>
            </a:r>
            <a:r>
              <a:rPr lang="fr-FR" sz="1800" b="0" strike="noStrike" spc="-1">
                <a:solidFill>
                  <a:srgbClr val="969896"/>
                </a:solidFill>
                <a:latin typeface="Menlo"/>
                <a:ea typeface="ＭＳ Ｐゴシック"/>
              </a:rPr>
              <a:t>// Je m'appelle Jean Kouassi</a:t>
            </a:r>
            <a:endParaRPr lang="en-US" sz="1800" b="0" strike="noStrike" spc="-1">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 grpId="0"/>
      <p:bldP spid="284" grpId="0"/>
      <p:bldP spid="28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PlaceHolder 1"/>
          <p:cNvSpPr>
            <a:spLocks noGrp="1"/>
          </p:cNvSpPr>
          <p:nvPr>
            <p:ph type="title"/>
          </p:nvPr>
        </p:nvSpPr>
        <p:spPr>
          <a:xfrm>
            <a:off x="755640" y="151920"/>
            <a:ext cx="8208720" cy="540360"/>
          </a:xfrm>
          <a:prstGeom prst="rect">
            <a:avLst/>
          </a:prstGeom>
          <a:noFill/>
          <a:ln w="0">
            <a:noFill/>
          </a:ln>
        </p:spPr>
        <p:txBody>
          <a:bodyPr numCol="1" spcCol="0" anchor="t">
            <a:noAutofit/>
          </a:bodyPr>
          <a:lstStyle/>
          <a:p>
            <a:pPr>
              <a:lnSpc>
                <a:spcPct val="100000"/>
              </a:lnSpc>
              <a:buNone/>
            </a:pPr>
            <a:r>
              <a:rPr lang="fr-FR" sz="2400" b="1" strike="noStrike" cap="all" spc="-1">
                <a:solidFill>
                  <a:srgbClr val="FF0000"/>
                </a:solidFill>
                <a:latin typeface="Trebuchet MS"/>
                <a:ea typeface="Arial"/>
              </a:rPr>
              <a:t>VII. Programmation</a:t>
            </a:r>
            <a:r>
              <a:rPr lang="fr-FR" sz="2400" b="1" strike="noStrike" cap="all" spc="-1">
                <a:solidFill>
                  <a:srgbClr val="FF0000"/>
                </a:solidFill>
                <a:latin typeface="Arial"/>
                <a:ea typeface="Arial"/>
              </a:rPr>
              <a:t> Orientée Objet (POO)</a:t>
            </a:r>
            <a:endParaRPr lang="fr-CA" sz="2400" b="0" strike="noStrike" spc="-1">
              <a:solidFill>
                <a:srgbClr val="000000"/>
              </a:solidFill>
              <a:latin typeface="Arial"/>
            </a:endParaRPr>
          </a:p>
        </p:txBody>
      </p:sp>
      <p:pic>
        <p:nvPicPr>
          <p:cNvPr id="287" name="Image 1"/>
          <p:cNvPicPr/>
          <p:nvPr/>
        </p:nvPicPr>
        <p:blipFill>
          <a:blip r:embed="rId3"/>
          <a:stretch/>
        </p:blipFill>
        <p:spPr>
          <a:xfrm>
            <a:off x="65160" y="6400800"/>
            <a:ext cx="1553760" cy="396360"/>
          </a:xfrm>
          <a:prstGeom prst="rect">
            <a:avLst/>
          </a:prstGeom>
          <a:ln w="0">
            <a:noFill/>
          </a:ln>
        </p:spPr>
      </p:pic>
      <p:pic>
        <p:nvPicPr>
          <p:cNvPr id="288" name="Image 4"/>
          <p:cNvPicPr/>
          <p:nvPr/>
        </p:nvPicPr>
        <p:blipFill>
          <a:blip r:embed="rId4"/>
          <a:stretch/>
        </p:blipFill>
        <p:spPr>
          <a:xfrm>
            <a:off x="7668360" y="6307200"/>
            <a:ext cx="1295640" cy="514800"/>
          </a:xfrm>
          <a:prstGeom prst="rect">
            <a:avLst/>
          </a:prstGeom>
          <a:ln w="0">
            <a:noFill/>
          </a:ln>
        </p:spPr>
      </p:pic>
      <p:sp>
        <p:nvSpPr>
          <p:cNvPr id="289" name="TextBox 6"/>
          <p:cNvSpPr/>
          <p:nvPr/>
        </p:nvSpPr>
        <p:spPr>
          <a:xfrm>
            <a:off x="503567" y="940673"/>
            <a:ext cx="8712720" cy="988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spcAft>
                <a:spcPts val="601"/>
              </a:spcAft>
              <a:buNone/>
            </a:pPr>
            <a:r>
              <a:rPr lang="fr-FR" sz="1800" b="0" strike="noStrike" spc="-1">
                <a:solidFill>
                  <a:srgbClr val="000000"/>
                </a:solidFill>
                <a:latin typeface="Arial"/>
                <a:ea typeface="Arial"/>
              </a:rPr>
              <a:t>POO = façon de penser et d'organiser le code.  Au lieu d'écrire des instructions à la suite.</a:t>
            </a:r>
            <a:endParaRPr lang="en-US" sz="1800" b="0" strike="noStrike" spc="-1">
              <a:latin typeface="Arial"/>
            </a:endParaRPr>
          </a:p>
          <a:p>
            <a:pPr algn="just">
              <a:lnSpc>
                <a:spcPct val="100000"/>
              </a:lnSpc>
              <a:spcAft>
                <a:spcPts val="601"/>
              </a:spcAft>
              <a:buNone/>
            </a:pPr>
            <a:r>
              <a:rPr lang="fr-FR" sz="1800" b="0" strike="noStrike" spc="-1">
                <a:solidFill>
                  <a:srgbClr val="000000"/>
                </a:solidFill>
                <a:latin typeface="Arial"/>
                <a:ea typeface="Arial"/>
              </a:rPr>
              <a:t>= modélise le monde réel avec des objets (caractéristiques et des comportements).</a:t>
            </a:r>
            <a:endParaRPr lang="en-US" sz="1800" b="0" strike="noStrike" spc="-1">
              <a:latin typeface="Arial"/>
            </a:endParaRPr>
          </a:p>
        </p:txBody>
      </p:sp>
      <p:sp>
        <p:nvSpPr>
          <p:cNvPr id="290" name="TextBox 8"/>
          <p:cNvSpPr/>
          <p:nvPr/>
        </p:nvSpPr>
        <p:spPr>
          <a:xfrm>
            <a:off x="467640" y="2925000"/>
            <a:ext cx="4576680" cy="2192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buNone/>
            </a:pPr>
            <a:r>
              <a:rPr lang="fr-FR" sz="1800" b="0" strike="noStrike" spc="-1">
                <a:solidFill>
                  <a:srgbClr val="000000"/>
                </a:solidFill>
                <a:latin typeface="Arial"/>
                <a:ea typeface="Arial"/>
              </a:rPr>
              <a:t> </a:t>
            </a:r>
            <a:endParaRPr lang="en-US" sz="1800" b="0" strike="noStrike" spc="-1">
              <a:latin typeface="Arial"/>
            </a:endParaRPr>
          </a:p>
          <a:p>
            <a:pPr algn="just">
              <a:lnSpc>
                <a:spcPct val="100000"/>
              </a:lnSpc>
              <a:buNone/>
            </a:pPr>
            <a:r>
              <a:rPr lang="fr-FR" sz="2400" b="1" strike="noStrike" spc="-1">
                <a:solidFill>
                  <a:srgbClr val="000000"/>
                </a:solidFill>
                <a:latin typeface="Arial"/>
                <a:ea typeface="Arial"/>
              </a:rPr>
              <a:t>L'Encapsulation</a:t>
            </a:r>
            <a:endParaRPr lang="en-US" sz="2400" b="0" strike="noStrike" spc="-1">
              <a:latin typeface="Arial"/>
            </a:endParaRPr>
          </a:p>
          <a:p>
            <a:pPr algn="just">
              <a:lnSpc>
                <a:spcPct val="100000"/>
              </a:lnSpc>
              <a:buNone/>
            </a:pPr>
            <a:r>
              <a:rPr lang="fr-FR" sz="2400" b="1" strike="noStrike" spc="-1">
                <a:solidFill>
                  <a:srgbClr val="000000"/>
                </a:solidFill>
                <a:latin typeface="Arial"/>
                <a:ea typeface="ＭＳ Ｐゴシック"/>
              </a:rPr>
              <a:t>L'Héritage</a:t>
            </a:r>
            <a:endParaRPr lang="en-US" sz="2400" b="0" strike="noStrike" spc="-1">
              <a:latin typeface="Arial"/>
            </a:endParaRPr>
          </a:p>
          <a:p>
            <a:pPr algn="just">
              <a:lnSpc>
                <a:spcPct val="100000"/>
              </a:lnSpc>
              <a:buNone/>
            </a:pPr>
            <a:r>
              <a:rPr lang="fr-FR" sz="2400" b="1" strike="noStrike" spc="-1">
                <a:solidFill>
                  <a:srgbClr val="000000"/>
                </a:solidFill>
                <a:latin typeface="Arial"/>
                <a:ea typeface="ＭＳ Ｐゴシック"/>
              </a:rPr>
              <a:t>Le Polymorphisme</a:t>
            </a:r>
            <a:endParaRPr lang="en-US" sz="2400" b="0" strike="noStrike" spc="-1">
              <a:latin typeface="Arial"/>
            </a:endParaRPr>
          </a:p>
          <a:p>
            <a:pPr algn="just">
              <a:lnSpc>
                <a:spcPct val="100000"/>
              </a:lnSpc>
              <a:buNone/>
            </a:pPr>
            <a:r>
              <a:rPr lang="fr-FR" sz="2400" b="1" strike="noStrike" spc="-1">
                <a:solidFill>
                  <a:srgbClr val="000000"/>
                </a:solidFill>
                <a:latin typeface="Arial"/>
                <a:ea typeface="ＭＳ Ｐゴシック"/>
              </a:rPr>
              <a:t>Les Classes Abstraites </a:t>
            </a:r>
            <a:endParaRPr lang="en-US" sz="2400" b="0" strike="noStrike" spc="-1">
              <a:latin typeface="Arial"/>
            </a:endParaRPr>
          </a:p>
          <a:p>
            <a:pPr algn="just">
              <a:lnSpc>
                <a:spcPct val="100000"/>
              </a:lnSpc>
              <a:buNone/>
            </a:pPr>
            <a:r>
              <a:rPr lang="fr-FR" sz="2400" b="1" strike="noStrike" spc="-1">
                <a:solidFill>
                  <a:srgbClr val="000000"/>
                </a:solidFill>
                <a:latin typeface="Arial"/>
                <a:ea typeface="Arial"/>
              </a:rPr>
              <a:t>   </a:t>
            </a:r>
            <a:endParaRPr lang="en-US" sz="2400" b="0" strike="noStrike" spc="-1">
              <a:latin typeface="Arial"/>
            </a:endParaRPr>
          </a:p>
        </p:txBody>
      </p:sp>
      <p:sp>
        <p:nvSpPr>
          <p:cNvPr id="291" name="TextBox 9"/>
          <p:cNvSpPr/>
          <p:nvPr/>
        </p:nvSpPr>
        <p:spPr>
          <a:xfrm>
            <a:off x="467640" y="2339640"/>
            <a:ext cx="345600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1" strike="noStrike" spc="-1">
                <a:solidFill>
                  <a:srgbClr val="000000"/>
                </a:solidFill>
                <a:latin typeface="Arial"/>
                <a:ea typeface="ＭＳ Ｐゴシック"/>
              </a:rPr>
              <a:t>Pilier de POO</a:t>
            </a:r>
            <a:endParaRPr lang="en-US" sz="2400" b="0" strike="noStrike" spc="-1">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 grpId="0"/>
      <p:bldP spid="290" grpId="0"/>
      <p:bldP spid="29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TextBox 4"/>
          <p:cNvSpPr/>
          <p:nvPr/>
        </p:nvSpPr>
        <p:spPr>
          <a:xfrm>
            <a:off x="685396" y="873727"/>
            <a:ext cx="82440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800" b="0" strike="noStrike" spc="-1">
                <a:solidFill>
                  <a:srgbClr val="333333"/>
                </a:solidFill>
                <a:latin typeface="Helvetica Neue"/>
                <a:ea typeface="ＭＳ Ｐゴシック"/>
              </a:rPr>
              <a:t>On </a:t>
            </a:r>
            <a:r>
              <a:rPr lang="fr-FR" sz="1800" b="1" strike="noStrike" spc="-1">
                <a:solidFill>
                  <a:srgbClr val="000000"/>
                </a:solidFill>
                <a:latin typeface="Helvetica Neue"/>
                <a:ea typeface="ＭＳ Ｐゴシック"/>
              </a:rPr>
              <a:t>cache</a:t>
            </a:r>
            <a:r>
              <a:rPr lang="fr-FR" sz="1800" b="0" strike="noStrike" spc="-1">
                <a:solidFill>
                  <a:srgbClr val="333333"/>
                </a:solidFill>
                <a:latin typeface="Helvetica Neue"/>
                <a:ea typeface="ＭＳ Ｐゴシック"/>
              </a:rPr>
              <a:t> les attributs avec </a:t>
            </a:r>
            <a:r>
              <a:rPr lang="fr-FR" sz="1800" b="0" strike="noStrike" spc="-1">
                <a:solidFill>
                  <a:srgbClr val="000000"/>
                </a:solidFill>
                <a:latin typeface="Menlo"/>
                <a:ea typeface="ＭＳ Ｐゴシック"/>
              </a:rPr>
              <a:t>private</a:t>
            </a:r>
            <a:r>
              <a:rPr lang="fr-FR" sz="1800" b="0" strike="noStrike" spc="-1">
                <a:solidFill>
                  <a:srgbClr val="333333"/>
                </a:solidFill>
                <a:latin typeface="Helvetica Neue"/>
                <a:ea typeface="ＭＳ Ｐゴシック"/>
              </a:rPr>
              <a:t> et on y accède via des méthodes </a:t>
            </a:r>
            <a:r>
              <a:rPr lang="fr-FR" sz="1800" b="0" strike="noStrike" spc="-1">
                <a:solidFill>
                  <a:srgbClr val="000000"/>
                </a:solidFill>
                <a:latin typeface="Menlo"/>
                <a:ea typeface="ＭＳ Ｐゴシック"/>
              </a:rPr>
              <a:t>get</a:t>
            </a:r>
            <a:r>
              <a:rPr lang="fr-FR" sz="1800" b="0" strike="noStrike" spc="-1">
                <a:solidFill>
                  <a:srgbClr val="333333"/>
                </a:solidFill>
                <a:latin typeface="Helvetica Neue"/>
                <a:ea typeface="ＭＳ Ｐゴシック"/>
              </a:rPr>
              <a:t>/</a:t>
            </a:r>
            <a:r>
              <a:rPr lang="fr-FR" sz="1800" b="0" strike="noStrike" spc="-1">
                <a:solidFill>
                  <a:srgbClr val="000000"/>
                </a:solidFill>
                <a:latin typeface="Menlo"/>
                <a:ea typeface="ＭＳ Ｐゴシック"/>
              </a:rPr>
              <a:t>set</a:t>
            </a:r>
            <a:r>
              <a:rPr lang="fr-FR" sz="1800" b="0" strike="noStrike" spc="-1">
                <a:solidFill>
                  <a:srgbClr val="333333"/>
                </a:solidFill>
                <a:latin typeface="Helvetica Neue"/>
                <a:ea typeface="ＭＳ Ｐゴシック"/>
              </a:rPr>
              <a:t> :</a:t>
            </a:r>
            <a:endParaRPr lang="en-US" sz="1800" b="0" strike="noStrike" spc="-1">
              <a:latin typeface="Arial"/>
            </a:endParaRPr>
          </a:p>
        </p:txBody>
      </p:sp>
      <p:sp>
        <p:nvSpPr>
          <p:cNvPr id="293" name="TextBox 6"/>
          <p:cNvSpPr/>
          <p:nvPr/>
        </p:nvSpPr>
        <p:spPr>
          <a:xfrm>
            <a:off x="899640" y="1512360"/>
            <a:ext cx="6624360" cy="5056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199"/>
              </a:spcAft>
              <a:buNone/>
            </a:pP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class</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Etudiant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private</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969896"/>
                </a:solidFill>
                <a:latin typeface="Menlo"/>
                <a:ea typeface="ＭＳ Ｐゴシック"/>
              </a:rPr>
              <a:t>// PRIVÉ</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private</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double</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969896"/>
                </a:solidFill>
                <a:latin typeface="Menlo"/>
                <a:ea typeface="ＭＳ Ｐゴシック"/>
              </a:rPr>
              <a:t>// PRIVÉ</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Etudiant</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double</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this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nom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this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note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969896"/>
                </a:solidFill>
                <a:latin typeface="Menlo"/>
                <a:ea typeface="ＭＳ Ｐゴシック"/>
              </a:rPr>
              <a:t>// GETTER → lire la valeur</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getNom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return</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double</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getNote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return</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333333"/>
                </a:solidFill>
                <a:latin typeface="Menlo"/>
                <a:ea typeface="ＭＳ Ｐゴシック"/>
              </a:rPr>
              <a:t>}</a:t>
            </a:r>
            <a:endParaRPr lang="en-US" sz="1800" b="0" strike="noStrike" spc="-1">
              <a:latin typeface="Arial"/>
            </a:endParaRPr>
          </a:p>
        </p:txBody>
      </p:sp>
      <p:sp>
        <p:nvSpPr>
          <p:cNvPr id="294" name="TextBox 2"/>
          <p:cNvSpPr/>
          <p:nvPr/>
        </p:nvSpPr>
        <p:spPr>
          <a:xfrm>
            <a:off x="683640" y="228600"/>
            <a:ext cx="6860160" cy="456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2400" b="1" strike="noStrike" spc="-1">
                <a:solidFill>
                  <a:srgbClr val="E2001A"/>
                </a:solidFill>
                <a:latin typeface="Trebuchet MS"/>
                <a:ea typeface="Arial"/>
              </a:rPr>
              <a:t>VII.1. L'Encapsulation </a:t>
            </a:r>
            <a:r>
              <a:rPr lang="fr-FR" sz="2400" b="1" strike="noStrike" cap="all" spc="-1">
                <a:solidFill>
                  <a:srgbClr val="FF0000"/>
                </a:solidFill>
                <a:latin typeface="Arial"/>
                <a:ea typeface="Arial"/>
              </a:rPr>
              <a:t>(POO)</a:t>
            </a:r>
            <a:endParaRPr lang="en-US" sz="2400" b="0" strike="noStrike" spc="-1">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 grpId="0"/>
      <p:bldP spid="29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TextBox 2"/>
          <p:cNvSpPr/>
          <p:nvPr/>
        </p:nvSpPr>
        <p:spPr>
          <a:xfrm>
            <a:off x="755640" y="1124640"/>
            <a:ext cx="4576680" cy="319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969896"/>
                </a:solidFill>
                <a:latin typeface="Menlo"/>
                <a:ea typeface="ＭＳ Ｐゴシック"/>
              </a:rPr>
              <a:t>// SETTER → modifier avec contrôle</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void</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setNote</a:t>
            </a:r>
            <a:r>
              <a:rPr lang="en-US" sz="1800" b="0" strike="noStrike" spc="-1">
                <a:solidFill>
                  <a:srgbClr val="333333"/>
                </a:solidFill>
                <a:latin typeface="Menlo"/>
                <a:ea typeface="ＭＳ Ｐゴシック"/>
              </a:rPr>
              <a:t>(</a:t>
            </a:r>
            <a:r>
              <a:rPr lang="en-US" sz="1800" b="0" strike="noStrike" spc="-1">
                <a:solidFill>
                  <a:srgbClr val="A71D5D"/>
                </a:solidFill>
                <a:latin typeface="Menlo"/>
                <a:ea typeface="ＭＳ Ｐゴシック"/>
              </a:rPr>
              <a:t>double</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if</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note </a:t>
            </a:r>
            <a:r>
              <a:rPr lang="en-US" sz="1800" b="0" strike="noStrike" spc="-1">
                <a:solidFill>
                  <a:srgbClr val="A71D5D"/>
                </a:solidFill>
                <a:latin typeface="Menlo"/>
                <a:ea typeface="ＭＳ Ｐゴシック"/>
              </a:rPr>
              <a:t>&gt;=</a:t>
            </a:r>
            <a:r>
              <a:rPr lang="en-US" sz="1800" b="0" strike="noStrike" spc="-1">
                <a:solidFill>
                  <a:srgbClr val="000000"/>
                </a:solidFill>
                <a:latin typeface="Menlo"/>
                <a:ea typeface="ＭＳ Ｐゴシック"/>
              </a:rPr>
              <a:t> </a:t>
            </a:r>
            <a:r>
              <a:rPr lang="en-US" sz="1800" b="0" strike="noStrike" spc="-1">
                <a:solidFill>
                  <a:srgbClr val="0086B3"/>
                </a:solidFill>
                <a:latin typeface="Menlo"/>
                <a:ea typeface="ＭＳ Ｐゴシック"/>
              </a:rPr>
              <a:t>0</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&amp;&amp;</a:t>
            </a:r>
            <a:r>
              <a:rPr lang="en-US" sz="1800" b="0" strike="noStrike" spc="-1">
                <a:solidFill>
                  <a:srgbClr val="000000"/>
                </a:solidFill>
                <a:latin typeface="Menlo"/>
                <a:ea typeface="ＭＳ Ｐゴシック"/>
              </a:rPr>
              <a:t> note </a:t>
            </a:r>
            <a:r>
              <a:rPr lang="en-US" sz="1800" b="0" strike="noStrike" spc="-1">
                <a:solidFill>
                  <a:srgbClr val="A71D5D"/>
                </a:solidFill>
                <a:latin typeface="Menlo"/>
                <a:ea typeface="ＭＳ Ｐゴシック"/>
              </a:rPr>
              <a:t>&lt;=</a:t>
            </a:r>
            <a:r>
              <a:rPr lang="en-US" sz="1800" b="0" strike="noStrike" spc="-1">
                <a:solidFill>
                  <a:srgbClr val="000000"/>
                </a:solidFill>
                <a:latin typeface="Menlo"/>
                <a:ea typeface="ＭＳ Ｐゴシック"/>
              </a:rPr>
              <a:t> </a:t>
            </a:r>
            <a:r>
              <a:rPr lang="en-US" sz="1800" b="0" strike="noStrike" spc="-1">
                <a:solidFill>
                  <a:srgbClr val="0086B3"/>
                </a:solidFill>
                <a:latin typeface="Menlo"/>
                <a:ea typeface="ＭＳ Ｐゴシック"/>
              </a:rPr>
              <a:t>20</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this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note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else</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System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out</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println</a:t>
            </a:r>
            <a:r>
              <a:rPr lang="en-US" sz="1800" b="0" strike="noStrike" spc="-1">
                <a:solidFill>
                  <a:srgbClr val="333333"/>
                </a:solidFill>
                <a:latin typeface="Menlo"/>
                <a:ea typeface="ＭＳ Ｐゴシック"/>
              </a:rPr>
              <a:t>(</a:t>
            </a:r>
            <a:r>
              <a:rPr lang="en-US" sz="1800" b="0" strike="noStrike" spc="-1">
                <a:solidFill>
                  <a:srgbClr val="183691"/>
                </a:solidFill>
                <a:latin typeface="Menlo"/>
                <a:ea typeface="ＭＳ Ｐゴシック"/>
              </a:rPr>
              <a:t>"Note invalide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p:txBody>
      </p:sp>
      <p:sp>
        <p:nvSpPr>
          <p:cNvPr id="296" name="TextBox 1"/>
          <p:cNvSpPr/>
          <p:nvPr/>
        </p:nvSpPr>
        <p:spPr>
          <a:xfrm>
            <a:off x="755640" y="260640"/>
            <a:ext cx="457668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r>
              <a:rPr lang="fr-FR" sz="2400" b="1" strike="noStrike" spc="-1">
                <a:solidFill>
                  <a:srgbClr val="E2001A"/>
                </a:solidFill>
                <a:latin typeface="Trebuchet MS"/>
                <a:ea typeface="Arial"/>
              </a:rPr>
              <a:t>VII.1. L'Encapsulation</a:t>
            </a:r>
            <a:r>
              <a:rPr lang="fr-FR" sz="2400" b="1" spc="-1">
                <a:solidFill>
                  <a:srgbClr val="E2001A"/>
                </a:solidFill>
                <a:latin typeface="Trebuchet MS"/>
                <a:ea typeface="Arial"/>
              </a:rPr>
              <a:t> (POO)</a:t>
            </a:r>
            <a:endParaRPr lang="en-US" sz="2400" b="0" strike="noStrike" spc="-1">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Box 5"/>
          <p:cNvSpPr/>
          <p:nvPr/>
        </p:nvSpPr>
        <p:spPr>
          <a:xfrm>
            <a:off x="35640" y="980640"/>
            <a:ext cx="892872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50000"/>
              </a:lnSpc>
              <a:buNone/>
            </a:pPr>
            <a:r>
              <a:rPr lang="fr-FR" sz="1800" b="0" strike="noStrike" spc="-1">
                <a:solidFill>
                  <a:srgbClr val="333333"/>
                </a:solidFill>
                <a:latin typeface="Helvetica Neue"/>
                <a:ea typeface="ＭＳ Ｐゴシック"/>
              </a:rPr>
              <a:t>Eviter de réécrire du code commun. On crée une </a:t>
            </a:r>
            <a:r>
              <a:rPr lang="fr-FR" sz="1800" b="1" strike="noStrike" spc="-1">
                <a:solidFill>
                  <a:srgbClr val="000000"/>
                </a:solidFill>
                <a:latin typeface="Helvetica Neue"/>
                <a:ea typeface="ＭＳ Ｐゴシック"/>
              </a:rPr>
              <a:t>classe mère</a:t>
            </a:r>
            <a:r>
              <a:rPr lang="fr-FR" sz="1800" b="0" strike="noStrike" spc="-1">
                <a:solidFill>
                  <a:srgbClr val="333333"/>
                </a:solidFill>
                <a:latin typeface="Helvetica Neue"/>
                <a:ea typeface="ＭＳ Ｐゴシック"/>
              </a:rPr>
              <a:t> avec les points communs, et les </a:t>
            </a:r>
            <a:r>
              <a:rPr lang="fr-FR" sz="1800" b="1" strike="noStrike" spc="-1">
                <a:solidFill>
                  <a:srgbClr val="000000"/>
                </a:solidFill>
                <a:latin typeface="Helvetica Neue"/>
                <a:ea typeface="ＭＳ Ｐゴシック"/>
              </a:rPr>
              <a:t>classes filles</a:t>
            </a:r>
            <a:r>
              <a:rPr lang="fr-FR" sz="1800" b="0" strike="noStrike" spc="-1">
                <a:solidFill>
                  <a:srgbClr val="333333"/>
                </a:solidFill>
                <a:latin typeface="Helvetica Neue"/>
                <a:ea typeface="ＭＳ Ｐゴシック"/>
              </a:rPr>
              <a:t> héritent automatiquement.</a:t>
            </a:r>
            <a:endParaRPr lang="en-US" sz="1800" b="0" strike="noStrike" spc="-1">
              <a:latin typeface="Arial"/>
            </a:endParaRPr>
          </a:p>
        </p:txBody>
      </p:sp>
      <p:sp>
        <p:nvSpPr>
          <p:cNvPr id="298" name="Rectangle: Rounded Corners 18"/>
          <p:cNvSpPr/>
          <p:nvPr/>
        </p:nvSpPr>
        <p:spPr>
          <a:xfrm>
            <a:off x="2555640" y="1883520"/>
            <a:ext cx="2448000" cy="1761120"/>
          </a:xfrm>
          <a:prstGeom prst="roundRect">
            <a:avLst>
              <a:gd name="adj" fmla="val 16667"/>
            </a:avLst>
          </a:prstGeom>
          <a:solidFill>
            <a:srgbClr val="BBE0E3"/>
          </a:solidFill>
          <a:ln>
            <a:solidFill>
              <a:srgbClr val="516263"/>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en-US" sz="2400" b="1" strike="noStrike" spc="-1">
                <a:solidFill>
                  <a:srgbClr val="000000"/>
                </a:solidFill>
                <a:latin typeface="Trebuchet MS"/>
                <a:ea typeface="ＭＳ Ｐゴシック"/>
              </a:rPr>
              <a:t>Personne</a:t>
            </a:r>
            <a:endParaRPr lang="en-US" sz="2400" b="0" strike="noStrike" spc="-1">
              <a:latin typeface="Arial"/>
            </a:endParaRPr>
          </a:p>
          <a:p>
            <a:pPr algn="ctr">
              <a:lnSpc>
                <a:spcPct val="100000"/>
              </a:lnSpc>
              <a:buNone/>
            </a:pPr>
            <a:r>
              <a:rPr lang="en-US" sz="2400" b="1" strike="noStrike" spc="-1">
                <a:solidFill>
                  <a:srgbClr val="000000"/>
                </a:solidFill>
                <a:latin typeface="Trebuchet MS"/>
                <a:ea typeface="ＭＳ Ｐゴシック"/>
              </a:rPr>
              <a:t>-nom</a:t>
            </a:r>
            <a:endParaRPr lang="en-US" sz="2400" b="0" strike="noStrike" spc="-1">
              <a:latin typeface="Arial"/>
            </a:endParaRPr>
          </a:p>
          <a:p>
            <a:pPr algn="ctr">
              <a:lnSpc>
                <a:spcPct val="100000"/>
              </a:lnSpc>
              <a:buNone/>
            </a:pPr>
            <a:r>
              <a:rPr lang="en-US" sz="2400" b="1" strike="noStrike" spc="-1">
                <a:solidFill>
                  <a:srgbClr val="000000"/>
                </a:solidFill>
                <a:latin typeface="Trebuchet MS"/>
                <a:ea typeface="ＭＳ Ｐゴシック"/>
              </a:rPr>
              <a:t>-prenom</a:t>
            </a:r>
            <a:endParaRPr lang="en-US" sz="2400" b="0" strike="noStrike" spc="-1">
              <a:latin typeface="Arial"/>
            </a:endParaRPr>
          </a:p>
          <a:p>
            <a:pPr algn="ctr">
              <a:lnSpc>
                <a:spcPct val="100000"/>
              </a:lnSpc>
              <a:buNone/>
            </a:pPr>
            <a:r>
              <a:rPr lang="en-US" sz="2400" b="1" strike="noStrike" spc="-1">
                <a:solidFill>
                  <a:srgbClr val="000000"/>
                </a:solidFill>
                <a:latin typeface="Trebuchet MS"/>
                <a:ea typeface="ＭＳ Ｐゴシック"/>
              </a:rPr>
              <a:t>-age</a:t>
            </a:r>
            <a:endParaRPr lang="en-US" sz="2400" b="0" strike="noStrike" spc="-1">
              <a:latin typeface="Arial"/>
            </a:endParaRPr>
          </a:p>
          <a:p>
            <a:pPr algn="ctr">
              <a:lnSpc>
                <a:spcPct val="100000"/>
              </a:lnSpc>
              <a:buNone/>
            </a:pPr>
            <a:endParaRPr lang="en-US" sz="2400" b="0" strike="noStrike" spc="-1">
              <a:latin typeface="Arial"/>
            </a:endParaRPr>
          </a:p>
        </p:txBody>
      </p:sp>
      <p:sp>
        <p:nvSpPr>
          <p:cNvPr id="299" name="Arrow: Left 20"/>
          <p:cNvSpPr/>
          <p:nvPr/>
        </p:nvSpPr>
        <p:spPr>
          <a:xfrm>
            <a:off x="5003280" y="2260080"/>
            <a:ext cx="2376000" cy="1007640"/>
          </a:xfrm>
          <a:prstGeom prst="leftArrow">
            <a:avLst>
              <a:gd name="adj1" fmla="val 50000"/>
              <a:gd name="adj2" fmla="val 50000"/>
            </a:avLst>
          </a:prstGeom>
          <a:solidFill>
            <a:srgbClr val="BBE0E3"/>
          </a:solidFill>
          <a:ln>
            <a:solidFill>
              <a:srgbClr val="516263"/>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en-US" sz="2400" b="1" strike="noStrike" spc="-1">
                <a:solidFill>
                  <a:srgbClr val="000000"/>
                </a:solidFill>
                <a:latin typeface="Trebuchet MS"/>
                <a:ea typeface="ＭＳ Ｐゴシック"/>
              </a:rPr>
              <a:t>Classe mere</a:t>
            </a:r>
            <a:endParaRPr lang="en-US" sz="2400" b="0" strike="noStrike" spc="-1">
              <a:latin typeface="Arial"/>
            </a:endParaRPr>
          </a:p>
        </p:txBody>
      </p:sp>
      <p:sp>
        <p:nvSpPr>
          <p:cNvPr id="300" name="Arrow: Up 21"/>
          <p:cNvSpPr/>
          <p:nvPr/>
        </p:nvSpPr>
        <p:spPr>
          <a:xfrm>
            <a:off x="3420000" y="3573000"/>
            <a:ext cx="575640" cy="863640"/>
          </a:xfrm>
          <a:prstGeom prst="upArrow">
            <a:avLst>
              <a:gd name="adj1" fmla="val 50000"/>
              <a:gd name="adj2" fmla="val 50000"/>
            </a:avLst>
          </a:prstGeom>
          <a:solidFill>
            <a:srgbClr val="BBE0E3"/>
          </a:solidFill>
          <a:ln>
            <a:solidFill>
              <a:srgbClr val="516263"/>
            </a:solidFill>
            <a:round/>
          </a:ln>
        </p:spPr>
        <p:style>
          <a:lnRef idx="2">
            <a:schemeClr val="accent1">
              <a:shade val="15000"/>
            </a:schemeClr>
          </a:lnRef>
          <a:fillRef idx="1">
            <a:schemeClr val="accent1"/>
          </a:fillRef>
          <a:effectRef idx="0">
            <a:schemeClr val="accent1"/>
          </a:effectRef>
          <a:fontRef idx="minor"/>
        </p:style>
      </p:sp>
      <p:sp>
        <p:nvSpPr>
          <p:cNvPr id="301" name="Flowchart: Terminator 23"/>
          <p:cNvSpPr/>
          <p:nvPr/>
        </p:nvSpPr>
        <p:spPr>
          <a:xfrm>
            <a:off x="179640" y="3808080"/>
            <a:ext cx="3384000" cy="479160"/>
          </a:xfrm>
          <a:prstGeom prst="flowChartTerminator">
            <a:avLst/>
          </a:prstGeom>
          <a:solidFill>
            <a:srgbClr val="BBE0E3"/>
          </a:solidFill>
          <a:ln>
            <a:solidFill>
              <a:srgbClr val="516263"/>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a:p>
            <a:pPr>
              <a:lnSpc>
                <a:spcPct val="100000"/>
              </a:lnSpc>
              <a:buNone/>
            </a:pPr>
            <a:r>
              <a:rPr lang="en-US" sz="2000" b="1" strike="noStrike" spc="-1">
                <a:solidFill>
                  <a:srgbClr val="000000"/>
                </a:solidFill>
                <a:latin typeface="Trebuchet MS"/>
                <a:ea typeface="ＭＳ Ｐゴシック"/>
              </a:rPr>
              <a:t>          hérite (extends)</a:t>
            </a:r>
            <a:endParaRPr lang="en-US" sz="2000" b="0" strike="noStrike" spc="-1">
              <a:latin typeface="Arial"/>
            </a:endParaRPr>
          </a:p>
          <a:p>
            <a:pPr>
              <a:lnSpc>
                <a:spcPct val="100000"/>
              </a:lnSpc>
              <a:buNone/>
            </a:pPr>
            <a:r>
              <a:rPr sz="1800"/>
              <a:t/>
            </a:r>
            <a:br>
              <a:rPr sz="1800"/>
            </a:br>
            <a:endParaRPr lang="en-US" sz="1800" b="0" strike="noStrike" spc="-1">
              <a:latin typeface="Arial"/>
            </a:endParaRPr>
          </a:p>
        </p:txBody>
      </p:sp>
      <p:sp>
        <p:nvSpPr>
          <p:cNvPr id="302" name="Rectangle: Rounded Corners 24"/>
          <p:cNvSpPr/>
          <p:nvPr/>
        </p:nvSpPr>
        <p:spPr>
          <a:xfrm>
            <a:off x="1403640" y="4450680"/>
            <a:ext cx="4968360" cy="1955160"/>
          </a:xfrm>
          <a:prstGeom prst="roundRect">
            <a:avLst>
              <a:gd name="adj" fmla="val 16667"/>
            </a:avLst>
          </a:prstGeom>
          <a:solidFill>
            <a:srgbClr val="BBE0E3"/>
          </a:solidFill>
          <a:ln>
            <a:solidFill>
              <a:srgbClr val="516263"/>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buNone/>
            </a:pPr>
            <a:r>
              <a:rPr lang="en-US" sz="2000" b="1" strike="noStrike" spc="-1">
                <a:solidFill>
                  <a:srgbClr val="000000"/>
                </a:solidFill>
                <a:latin typeface="Trebuchet MS"/>
                <a:ea typeface="ＭＳ Ｐゴシック"/>
              </a:rPr>
              <a:t>│  Etudiant            </a:t>
            </a:r>
            <a:r>
              <a:rPr lang="en-US" sz="1800" b="1" strike="noStrike" spc="-1">
                <a:solidFill>
                  <a:srgbClr val="000000"/>
                </a:solidFill>
                <a:latin typeface="Trebuchet MS"/>
                <a:ea typeface="ＭＳ Ｐゴシック"/>
              </a:rPr>
              <a:t>│  </a:t>
            </a:r>
            <a:r>
              <a:rPr lang="en-US" sz="2000" b="1" strike="noStrike" spc="-1">
                <a:solidFill>
                  <a:srgbClr val="000000"/>
                </a:solidFill>
                <a:latin typeface="Trebuchet MS"/>
                <a:ea typeface="ＭＳ Ｐゴシック"/>
              </a:rPr>
              <a:t>Professeur</a:t>
            </a:r>
            <a:r>
              <a:rPr lang="en-US" sz="1800" b="1" strike="noStrike" spc="-1">
                <a:solidFill>
                  <a:srgbClr val="000000"/>
                </a:solidFill>
                <a:latin typeface="Trebuchet MS"/>
                <a:ea typeface="ＭＳ Ｐゴシック"/>
              </a:rPr>
              <a:t>   </a:t>
            </a:r>
            <a:endParaRPr lang="en-US" sz="1800" b="0" strike="noStrike" spc="-1">
              <a:latin typeface="Arial"/>
            </a:endParaRPr>
          </a:p>
          <a:p>
            <a:pPr>
              <a:lnSpc>
                <a:spcPct val="100000"/>
              </a:lnSpc>
              <a:buNone/>
            </a:pPr>
            <a:r>
              <a:rPr lang="en-US" sz="1800" b="1" strike="noStrike" spc="-1">
                <a:solidFill>
                  <a:srgbClr val="000000"/>
                </a:solidFill>
                <a:latin typeface="Trebuchet MS"/>
                <a:ea typeface="ＭＳ Ｐゴシック"/>
              </a:rPr>
              <a:t>       - note                           - matiere </a:t>
            </a:r>
            <a:endParaRPr lang="en-US" sz="1800" b="0" strike="noStrike" spc="-1">
              <a:latin typeface="Arial"/>
            </a:endParaRPr>
          </a:p>
        </p:txBody>
      </p:sp>
      <p:sp>
        <p:nvSpPr>
          <p:cNvPr id="303" name="Arrow: Left 25"/>
          <p:cNvSpPr/>
          <p:nvPr/>
        </p:nvSpPr>
        <p:spPr>
          <a:xfrm>
            <a:off x="6372360" y="5212440"/>
            <a:ext cx="2771280" cy="520200"/>
          </a:xfrm>
          <a:prstGeom prst="leftArrow">
            <a:avLst>
              <a:gd name="adj1" fmla="val 50000"/>
              <a:gd name="adj2" fmla="val 50000"/>
            </a:avLst>
          </a:prstGeom>
          <a:solidFill>
            <a:srgbClr val="BBE0E3"/>
          </a:solidFill>
          <a:ln>
            <a:solidFill>
              <a:srgbClr val="516263"/>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en-US" sz="1800" b="1" strike="noStrike" spc="-1">
                <a:solidFill>
                  <a:srgbClr val="000000"/>
                </a:solidFill>
                <a:latin typeface="Trebuchet MS"/>
                <a:ea typeface="ＭＳ Ｐゴシック"/>
              </a:rPr>
              <a:t>Classes Filles</a:t>
            </a:r>
            <a:endParaRPr lang="en-US" sz="1800" b="0" strike="noStrike" spc="-1">
              <a:latin typeface="Arial"/>
            </a:endParaRPr>
          </a:p>
        </p:txBody>
      </p:sp>
      <p:sp>
        <p:nvSpPr>
          <p:cNvPr id="304" name="Arrow: Up 28"/>
          <p:cNvSpPr/>
          <p:nvPr/>
        </p:nvSpPr>
        <p:spPr>
          <a:xfrm>
            <a:off x="3564000" y="4287600"/>
            <a:ext cx="287640" cy="2118240"/>
          </a:xfrm>
          <a:prstGeom prst="upArrow">
            <a:avLst>
              <a:gd name="adj1" fmla="val 50000"/>
              <a:gd name="adj2" fmla="val 50000"/>
            </a:avLst>
          </a:prstGeom>
          <a:solidFill>
            <a:srgbClr val="000000"/>
          </a:solidFill>
          <a:ln>
            <a:solidFill>
              <a:srgbClr val="000000"/>
            </a:solidFill>
            <a:round/>
          </a:ln>
        </p:spPr>
        <p:style>
          <a:lnRef idx="2">
            <a:schemeClr val="dk1">
              <a:shade val="15000"/>
            </a:schemeClr>
          </a:lnRef>
          <a:fillRef idx="1">
            <a:schemeClr val="dk1"/>
          </a:fillRef>
          <a:effectRef idx="0">
            <a:schemeClr val="dk1"/>
          </a:effectRef>
          <a:fontRef idx="minor"/>
        </p:style>
      </p:sp>
      <p:sp>
        <p:nvSpPr>
          <p:cNvPr id="305" name="TextBox 2"/>
          <p:cNvSpPr/>
          <p:nvPr/>
        </p:nvSpPr>
        <p:spPr>
          <a:xfrm>
            <a:off x="827640" y="223200"/>
            <a:ext cx="459144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buNone/>
            </a:pPr>
            <a:r>
              <a:rPr lang="fr-FR" sz="2400" b="1" strike="noStrike" spc="-1">
                <a:solidFill>
                  <a:srgbClr val="E2001A"/>
                </a:solidFill>
                <a:latin typeface="Trebuchet MS"/>
                <a:ea typeface="Arial"/>
              </a:rPr>
              <a:t>VII.2. </a:t>
            </a:r>
            <a:r>
              <a:rPr lang="fr-FR" sz="2400" b="1" strike="noStrike" spc="-1">
                <a:solidFill>
                  <a:srgbClr val="E2001A"/>
                </a:solidFill>
                <a:latin typeface="Trebuchet MS"/>
                <a:ea typeface="ＭＳ Ｐゴシック"/>
              </a:rPr>
              <a:t>L'Héritage (POO)</a:t>
            </a:r>
            <a:endParaRPr lang="en-US" sz="2400" b="0" strike="noStrike" spc="-1">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 grpId="0"/>
      <p:bldP spid="298" grpId="0" animBg="1"/>
      <p:bldP spid="299" grpId="0" animBg="1"/>
      <p:bldP spid="301" grpId="0" animBg="1"/>
      <p:bldP spid="302" grpId="0" animBg="1"/>
      <p:bldP spid="30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TextBox 3"/>
          <p:cNvSpPr/>
          <p:nvPr/>
        </p:nvSpPr>
        <p:spPr>
          <a:xfrm>
            <a:off x="1547640" y="887400"/>
            <a:ext cx="7477560" cy="618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199"/>
              </a:spcAft>
              <a:buNone/>
            </a:pP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class</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Personne</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private</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private</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prenom</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private</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int</a:t>
            </a:r>
            <a:r>
              <a:rPr lang="en-US" sz="1800" b="0" strike="noStrike" spc="-1">
                <a:solidFill>
                  <a:srgbClr val="000000"/>
                </a:solidFill>
                <a:latin typeface="Menlo"/>
                <a:ea typeface="ＭＳ Ｐゴシック"/>
              </a:rPr>
              <a:t> age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Personne</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prenom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int</a:t>
            </a:r>
            <a:r>
              <a:rPr lang="en-US" sz="1800" b="0" strike="noStrike" spc="-1">
                <a:solidFill>
                  <a:srgbClr val="000000"/>
                </a:solidFill>
                <a:latin typeface="Menlo"/>
                <a:ea typeface="ＭＳ Ｐゴシック"/>
              </a:rPr>
              <a:t> age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this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nom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this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prenom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prenom</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this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age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age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void</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sePresenter</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System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out</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println</a:t>
            </a:r>
            <a:r>
              <a:rPr lang="en-US" sz="1800" b="0" strike="noStrike" spc="-1">
                <a:solidFill>
                  <a:srgbClr val="333333"/>
                </a:solidFill>
                <a:latin typeface="Menlo"/>
                <a:ea typeface="ＭＳ Ｐゴシック"/>
              </a:rPr>
              <a:t>(</a:t>
            </a:r>
            <a:r>
              <a:rPr lang="en-US" sz="1800" b="0" strike="noStrike" spc="-1">
                <a:solidFill>
                  <a:srgbClr val="183691"/>
                </a:solidFill>
                <a:latin typeface="Menlo"/>
                <a:ea typeface="ＭＳ Ｐゴシック"/>
              </a:rPr>
              <a:t>"Je m'appelle "</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prenom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183691"/>
                </a:solidFill>
                <a:latin typeface="Menlo"/>
                <a:ea typeface="ＭＳ Ｐゴシック"/>
              </a:rPr>
              <a:t>" "</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System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out</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println</a:t>
            </a:r>
            <a:r>
              <a:rPr lang="en-US" sz="1800" b="0" strike="noStrike" spc="-1">
                <a:solidFill>
                  <a:srgbClr val="333333"/>
                </a:solidFill>
                <a:latin typeface="Menlo"/>
                <a:ea typeface="ＭＳ Ｐゴシック"/>
              </a:rPr>
              <a:t>(</a:t>
            </a:r>
            <a:r>
              <a:rPr lang="en-US" sz="1800" b="0" strike="noStrike" spc="-1">
                <a:solidFill>
                  <a:srgbClr val="183691"/>
                </a:solidFill>
                <a:latin typeface="Menlo"/>
                <a:ea typeface="ＭＳ Ｐゴシック"/>
              </a:rPr>
              <a:t>"J'ai "</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age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183691"/>
                </a:solidFill>
                <a:latin typeface="Menlo"/>
                <a:ea typeface="ＭＳ Ｐゴシック"/>
              </a:rPr>
              <a:t>" ans."</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333333"/>
                </a:solidFill>
                <a:latin typeface="Menlo"/>
                <a:ea typeface="ＭＳ Ｐゴシック"/>
              </a:rPr>
              <a:t>}</a:t>
            </a:r>
            <a:endParaRPr lang="en-US" sz="1800" b="0" strike="noStrike" spc="-1">
              <a:latin typeface="Arial"/>
            </a:endParaRPr>
          </a:p>
        </p:txBody>
      </p:sp>
      <p:sp>
        <p:nvSpPr>
          <p:cNvPr id="307" name="TextBox 11"/>
          <p:cNvSpPr/>
          <p:nvPr/>
        </p:nvSpPr>
        <p:spPr>
          <a:xfrm>
            <a:off x="685800" y="230400"/>
            <a:ext cx="459144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buNone/>
            </a:pPr>
            <a:r>
              <a:rPr lang="fr-FR" sz="2400" b="1" strike="noStrike" spc="-1">
                <a:solidFill>
                  <a:srgbClr val="E2001A"/>
                </a:solidFill>
                <a:latin typeface="Trebuchet MS"/>
                <a:ea typeface="Arial"/>
              </a:rPr>
              <a:t>VII.2. </a:t>
            </a:r>
            <a:r>
              <a:rPr lang="fr-FR" sz="2400" b="1" strike="noStrike" spc="-1">
                <a:solidFill>
                  <a:srgbClr val="E2001A"/>
                </a:solidFill>
                <a:latin typeface="Trebuchet MS"/>
                <a:ea typeface="ＭＳ Ｐゴシック"/>
              </a:rPr>
              <a:t>L'Héritage (POO)</a:t>
            </a:r>
            <a:endParaRPr lang="en-US" sz="2400" b="0" strike="noStrike" spc="-1">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TextBox 2"/>
          <p:cNvSpPr/>
          <p:nvPr/>
        </p:nvSpPr>
        <p:spPr>
          <a:xfrm>
            <a:off x="683640" y="1124640"/>
            <a:ext cx="8064360" cy="560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199"/>
              </a:spcAft>
              <a:buNone/>
            </a:pPr>
            <a:r>
              <a:rPr lang="en-US" sz="1800" b="1" strike="noStrike" spc="-1">
                <a:solidFill>
                  <a:srgbClr val="000000"/>
                </a:solidFill>
                <a:latin typeface="Helvetica Neue"/>
                <a:ea typeface="ＭＳ Ｐゴシック"/>
              </a:rPr>
              <a:t> Classes filles avec </a:t>
            </a:r>
            <a:r>
              <a:rPr lang="en-US" sz="1800" b="1" strike="noStrike" spc="-1">
                <a:solidFill>
                  <a:srgbClr val="000000"/>
                </a:solidFill>
                <a:latin typeface="Menlo"/>
                <a:ea typeface="ＭＳ Ｐゴシック"/>
              </a:rPr>
              <a:t>extends</a:t>
            </a:r>
            <a:endParaRPr lang="en-US" sz="1800" b="0" strike="noStrike" spc="-1">
              <a:latin typeface="Arial"/>
            </a:endParaRPr>
          </a:p>
          <a:p>
            <a:pPr>
              <a:lnSpc>
                <a:spcPct val="100000"/>
              </a:lnSpc>
              <a:spcAft>
                <a:spcPts val="1199"/>
              </a:spcAft>
              <a:buNone/>
            </a:pP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class</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Etudiant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extends</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Personne</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private</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double</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Etudiant</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prenom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int</a:t>
            </a:r>
            <a:r>
              <a:rPr lang="en-US" sz="1800" b="0" strike="noStrike" spc="-1">
                <a:solidFill>
                  <a:srgbClr val="000000"/>
                </a:solidFill>
                <a:latin typeface="Menlo"/>
                <a:ea typeface="ＭＳ Ｐゴシック"/>
              </a:rPr>
              <a:t> age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double</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super</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prenom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age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969896"/>
                </a:solidFill>
                <a:latin typeface="Menlo"/>
                <a:ea typeface="ＭＳ Ｐゴシック"/>
              </a:rPr>
              <a:t>// appelle le constructeur de Personne</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this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note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boolean</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estAdmis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return</a:t>
            </a:r>
            <a:r>
              <a:rPr lang="en-US" sz="1800" b="0" strike="noStrike" spc="-1">
                <a:solidFill>
                  <a:srgbClr val="000000"/>
                </a:solidFill>
                <a:latin typeface="Menlo"/>
                <a:ea typeface="ＭＳ Ｐゴシック"/>
              </a:rPr>
              <a:t> note </a:t>
            </a:r>
            <a:r>
              <a:rPr lang="en-US" sz="1800" b="0" strike="noStrike" spc="-1">
                <a:solidFill>
                  <a:srgbClr val="A71D5D"/>
                </a:solidFill>
                <a:latin typeface="Menlo"/>
                <a:ea typeface="ＭＳ Ｐゴシック"/>
              </a:rPr>
              <a:t>&gt;=</a:t>
            </a:r>
            <a:r>
              <a:rPr lang="en-US" sz="1800" b="0" strike="noStrike" spc="-1">
                <a:solidFill>
                  <a:srgbClr val="000000"/>
                </a:solidFill>
                <a:latin typeface="Menlo"/>
                <a:ea typeface="ＭＳ Ｐゴシック"/>
              </a:rPr>
              <a:t> </a:t>
            </a:r>
            <a:r>
              <a:rPr lang="en-US" sz="1800" b="0" strike="noStrike" spc="-1">
                <a:solidFill>
                  <a:srgbClr val="0086B3"/>
                </a:solidFill>
                <a:latin typeface="Menlo"/>
                <a:ea typeface="ＭＳ Ｐゴシック"/>
              </a:rPr>
              <a:t>10</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333333"/>
                </a:solidFill>
                <a:latin typeface="Menlo"/>
                <a:ea typeface="ＭＳ Ｐゴシック"/>
              </a:rPr>
              <a:t>}</a:t>
            </a:r>
            <a:endParaRPr lang="en-US" sz="1800" b="0" strike="noStrike" spc="-1">
              <a:latin typeface="Arial"/>
            </a:endParaRPr>
          </a:p>
        </p:txBody>
      </p:sp>
      <p:sp>
        <p:nvSpPr>
          <p:cNvPr id="309" name="TextBox 14"/>
          <p:cNvSpPr/>
          <p:nvPr/>
        </p:nvSpPr>
        <p:spPr>
          <a:xfrm>
            <a:off x="827640" y="223200"/>
            <a:ext cx="459144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buNone/>
            </a:pPr>
            <a:r>
              <a:rPr lang="fr-FR" sz="2400" b="1" strike="noStrike" spc="-1">
                <a:solidFill>
                  <a:srgbClr val="E2001A"/>
                </a:solidFill>
                <a:latin typeface="Trebuchet MS"/>
                <a:ea typeface="Arial"/>
              </a:rPr>
              <a:t>VII.2. </a:t>
            </a:r>
            <a:r>
              <a:rPr lang="fr-FR" sz="2400" b="1" strike="noStrike" spc="-1">
                <a:solidFill>
                  <a:srgbClr val="E2001A"/>
                </a:solidFill>
                <a:latin typeface="Trebuchet MS"/>
                <a:ea typeface="ＭＳ Ｐゴシック"/>
              </a:rPr>
              <a:t>L'Héritage (POO)</a:t>
            </a:r>
            <a:endParaRPr lang="en-US" sz="2400" b="0" strike="noStrike" spc="-1">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TextBox 3"/>
          <p:cNvSpPr/>
          <p:nvPr/>
        </p:nvSpPr>
        <p:spPr>
          <a:xfrm>
            <a:off x="395640" y="908640"/>
            <a:ext cx="8568720" cy="5757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199"/>
              </a:spcAft>
              <a:buNone/>
            </a:pP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class</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Professeur</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extends</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Personne</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private</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matiere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Professeur</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prenom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int</a:t>
            </a:r>
            <a:r>
              <a:rPr lang="en-US" sz="1800" b="0" strike="noStrike" spc="-1">
                <a:solidFill>
                  <a:srgbClr val="000000"/>
                </a:solidFill>
                <a:latin typeface="Menlo"/>
                <a:ea typeface="ＭＳ Ｐゴシック"/>
              </a:rPr>
              <a:t> age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matiere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super</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prenom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age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this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matiere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matiere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void</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enseigner</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System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out</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println</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getPrenom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183691"/>
                </a:solidFill>
                <a:latin typeface="Menlo"/>
                <a:ea typeface="ＭＳ Ｐゴシック"/>
              </a:rPr>
              <a:t>" enseigne "</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matiere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333333"/>
                </a:solidFill>
                <a:latin typeface="Menlo"/>
                <a:ea typeface="ＭＳ Ｐゴシック"/>
              </a:rPr>
              <a:t>}</a:t>
            </a:r>
            <a:endParaRPr lang="en-US" sz="1800" b="0" strike="noStrike" spc="-1">
              <a:latin typeface="Arial"/>
            </a:endParaRPr>
          </a:p>
        </p:txBody>
      </p:sp>
      <p:sp>
        <p:nvSpPr>
          <p:cNvPr id="311" name="TextBox 15"/>
          <p:cNvSpPr/>
          <p:nvPr/>
        </p:nvSpPr>
        <p:spPr>
          <a:xfrm>
            <a:off x="827640" y="223200"/>
            <a:ext cx="459144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buNone/>
            </a:pPr>
            <a:r>
              <a:rPr lang="fr-FR" sz="2400" b="1" strike="noStrike" spc="-1">
                <a:solidFill>
                  <a:srgbClr val="E2001A"/>
                </a:solidFill>
                <a:latin typeface="Trebuchet MS"/>
                <a:ea typeface="Arial"/>
              </a:rPr>
              <a:t>VII.2. </a:t>
            </a:r>
            <a:r>
              <a:rPr lang="fr-FR" sz="2400" b="1" strike="noStrike" spc="-1">
                <a:solidFill>
                  <a:srgbClr val="E2001A"/>
                </a:solidFill>
                <a:latin typeface="Trebuchet MS"/>
                <a:ea typeface="ＭＳ Ｐゴシック"/>
              </a:rPr>
              <a:t>L'Héritage (POO)</a:t>
            </a:r>
            <a:endParaRPr lang="en-US" sz="2400" b="0" strike="noStrike" spc="-1">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TextBox 2"/>
          <p:cNvSpPr/>
          <p:nvPr/>
        </p:nvSpPr>
        <p:spPr>
          <a:xfrm>
            <a:off x="971640" y="1472040"/>
            <a:ext cx="6448680" cy="560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199"/>
              </a:spcAft>
              <a:buNone/>
            </a:pP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class</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Etudiant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extends</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Personne</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private</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double</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Etudiant</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prenom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int</a:t>
            </a:r>
            <a:r>
              <a:rPr lang="en-US" sz="1800" b="0" strike="noStrike" spc="-1">
                <a:solidFill>
                  <a:srgbClr val="000000"/>
                </a:solidFill>
                <a:latin typeface="Menlo"/>
                <a:ea typeface="ＭＳ Ｐゴシック"/>
              </a:rPr>
              <a:t> age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double</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super</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prenom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age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this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note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@Override</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void</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sePresenter</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super</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sePresenter</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System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out</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println</a:t>
            </a:r>
            <a:r>
              <a:rPr lang="en-US" sz="1800" b="0" strike="noStrike" spc="-1">
                <a:solidFill>
                  <a:srgbClr val="333333"/>
                </a:solidFill>
                <a:latin typeface="Menlo"/>
                <a:ea typeface="ＭＳ Ｐゴシック"/>
              </a:rPr>
              <a:t>(</a:t>
            </a:r>
            <a:r>
              <a:rPr lang="en-US" sz="1800" b="0" strike="noStrike" spc="-1">
                <a:solidFill>
                  <a:srgbClr val="183691"/>
                </a:solidFill>
                <a:latin typeface="Menlo"/>
                <a:ea typeface="ＭＳ Ｐゴシック"/>
              </a:rPr>
              <a:t>"Je suis étudiant, ma note est "</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333333"/>
                </a:solidFill>
                <a:latin typeface="Menlo"/>
                <a:ea typeface="ＭＳ Ｐゴシック"/>
              </a:rPr>
              <a:t>}</a:t>
            </a:r>
            <a:endParaRPr lang="en-US" sz="1800" b="0" strike="noStrike" spc="-1">
              <a:latin typeface="Arial"/>
            </a:endParaRPr>
          </a:p>
        </p:txBody>
      </p:sp>
      <p:sp>
        <p:nvSpPr>
          <p:cNvPr id="313" name="TextBox 4"/>
          <p:cNvSpPr/>
          <p:nvPr/>
        </p:nvSpPr>
        <p:spPr>
          <a:xfrm>
            <a:off x="755640" y="167760"/>
            <a:ext cx="417600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US" sz="2400" b="1" strike="noStrike" spc="-1" dirty="0">
                <a:solidFill>
                  <a:srgbClr val="E2001A"/>
                </a:solidFill>
                <a:latin typeface="Arial"/>
                <a:ea typeface="ＭＳ Ｐゴシック"/>
              </a:rPr>
              <a:t>VII.3. </a:t>
            </a:r>
            <a:r>
              <a:rPr lang="en-US" sz="2400" b="1" strike="noStrike" spc="-1" dirty="0" err="1">
                <a:solidFill>
                  <a:srgbClr val="E2001A"/>
                </a:solidFill>
                <a:latin typeface="Arial"/>
                <a:ea typeface="ＭＳ Ｐゴシック"/>
              </a:rPr>
              <a:t>Polymorphisme</a:t>
            </a:r>
            <a:r>
              <a:rPr lang="en-US" sz="2400" b="1" spc="-1" dirty="0">
                <a:solidFill>
                  <a:srgbClr val="E2001A"/>
                </a:solidFill>
                <a:latin typeface="Arial"/>
                <a:ea typeface="ＭＳ Ｐゴシック"/>
              </a:rPr>
              <a:t> </a:t>
            </a:r>
            <a:r>
              <a:rPr lang="fr-FR" sz="2400" b="1" spc="-1" dirty="0">
                <a:solidFill>
                  <a:srgbClr val="E2001A"/>
                </a:solidFill>
                <a:latin typeface="Trebuchet MS"/>
                <a:ea typeface="ＭＳ Ｐゴシック"/>
              </a:rPr>
              <a:t>(POO)</a:t>
            </a:r>
            <a:endParaRPr lang="en-US" sz="2400" b="0" strike="noStrike" spc="-1" dirty="0">
              <a:latin typeface="Arial"/>
            </a:endParaRPr>
          </a:p>
        </p:txBody>
      </p:sp>
      <p:sp>
        <p:nvSpPr>
          <p:cNvPr id="314" name="TextBox 1"/>
          <p:cNvSpPr/>
          <p:nvPr/>
        </p:nvSpPr>
        <p:spPr>
          <a:xfrm>
            <a:off x="971640" y="821622"/>
            <a:ext cx="7869248" cy="64487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sz="1800" b="0" strike="noStrike" spc="-1" err="1">
                <a:solidFill>
                  <a:srgbClr val="000000"/>
                </a:solidFill>
                <a:latin typeface="Arial"/>
                <a:ea typeface="ＭＳ Ｐゴシック"/>
              </a:rPr>
              <a:t>Polymorphisme</a:t>
            </a:r>
            <a:r>
              <a:rPr lang="en-US" sz="1800" b="0" strike="noStrike" spc="-1">
                <a:solidFill>
                  <a:srgbClr val="000000"/>
                </a:solidFill>
                <a:latin typeface="Arial"/>
                <a:ea typeface="ＭＳ Ｐゴシック"/>
              </a:rPr>
              <a:t> </a:t>
            </a:r>
            <a:r>
              <a:rPr lang="en-US" spc="-1">
                <a:solidFill>
                  <a:srgbClr val="000000"/>
                </a:solidFill>
                <a:ea typeface="+mn-lt"/>
                <a:cs typeface="+mn-lt"/>
              </a:rPr>
              <a:t>est la </a:t>
            </a:r>
            <a:r>
              <a:rPr lang="en-US" spc="-1" err="1">
                <a:solidFill>
                  <a:srgbClr val="000000"/>
                </a:solidFill>
                <a:ea typeface="+mn-lt"/>
                <a:cs typeface="+mn-lt"/>
              </a:rPr>
              <a:t>capacité</a:t>
            </a:r>
            <a:r>
              <a:rPr lang="en-US" spc="-1">
                <a:solidFill>
                  <a:srgbClr val="000000"/>
                </a:solidFill>
                <a:ea typeface="+mn-lt"/>
                <a:cs typeface="+mn-lt"/>
              </a:rPr>
              <a:t> </a:t>
            </a:r>
            <a:r>
              <a:rPr lang="en-US" spc="-1" err="1">
                <a:solidFill>
                  <a:srgbClr val="000000"/>
                </a:solidFill>
                <a:ea typeface="+mn-lt"/>
                <a:cs typeface="+mn-lt"/>
              </a:rPr>
              <a:t>d'une</a:t>
            </a:r>
            <a:r>
              <a:rPr lang="en-US" spc="-1">
                <a:solidFill>
                  <a:srgbClr val="000000"/>
                </a:solidFill>
                <a:ea typeface="+mn-lt"/>
                <a:cs typeface="+mn-lt"/>
              </a:rPr>
              <a:t> </a:t>
            </a:r>
            <a:r>
              <a:rPr lang="en-US" spc="-1" err="1">
                <a:solidFill>
                  <a:srgbClr val="000000"/>
                </a:solidFill>
                <a:ea typeface="+mn-lt"/>
                <a:cs typeface="+mn-lt"/>
              </a:rPr>
              <a:t>même</a:t>
            </a:r>
            <a:r>
              <a:rPr lang="en-US" spc="-1">
                <a:solidFill>
                  <a:srgbClr val="000000"/>
                </a:solidFill>
                <a:ea typeface="+mn-lt"/>
                <a:cs typeface="+mn-lt"/>
              </a:rPr>
              <a:t> </a:t>
            </a:r>
            <a:r>
              <a:rPr lang="en-US" spc="-1" err="1">
                <a:solidFill>
                  <a:srgbClr val="000000"/>
                </a:solidFill>
                <a:ea typeface="+mn-lt"/>
                <a:cs typeface="+mn-lt"/>
              </a:rPr>
              <a:t>méthode</a:t>
            </a:r>
            <a:r>
              <a:rPr lang="en-US" spc="-1">
                <a:solidFill>
                  <a:srgbClr val="000000"/>
                </a:solidFill>
                <a:ea typeface="+mn-lt"/>
                <a:cs typeface="+mn-lt"/>
              </a:rPr>
              <a:t> à </a:t>
            </a:r>
            <a:r>
              <a:rPr lang="en-US" spc="-1" err="1">
                <a:solidFill>
                  <a:srgbClr val="000000"/>
                </a:solidFill>
                <a:ea typeface="+mn-lt"/>
                <a:cs typeface="+mn-lt"/>
              </a:rPr>
              <a:t>produire</a:t>
            </a:r>
            <a:r>
              <a:rPr lang="en-US" spc="-1">
                <a:solidFill>
                  <a:srgbClr val="000000"/>
                </a:solidFill>
                <a:ea typeface="+mn-lt"/>
                <a:cs typeface="+mn-lt"/>
              </a:rPr>
              <a:t> des </a:t>
            </a:r>
            <a:r>
              <a:rPr lang="en-US" spc="-1" err="1">
                <a:solidFill>
                  <a:srgbClr val="000000"/>
                </a:solidFill>
                <a:ea typeface="+mn-lt"/>
                <a:cs typeface="+mn-lt"/>
              </a:rPr>
              <a:t>résultats</a:t>
            </a:r>
            <a:r>
              <a:rPr lang="en-US" spc="-1">
                <a:solidFill>
                  <a:srgbClr val="000000"/>
                </a:solidFill>
                <a:ea typeface="+mn-lt"/>
                <a:cs typeface="+mn-lt"/>
              </a:rPr>
              <a:t> </a:t>
            </a:r>
            <a:r>
              <a:rPr lang="en-US" spc="-1" err="1">
                <a:solidFill>
                  <a:srgbClr val="000000"/>
                </a:solidFill>
                <a:ea typeface="+mn-lt"/>
                <a:cs typeface="+mn-lt"/>
              </a:rPr>
              <a:t>différents</a:t>
            </a:r>
            <a:r>
              <a:rPr lang="en-US" spc="-1">
                <a:solidFill>
                  <a:srgbClr val="000000"/>
                </a:solidFill>
                <a:ea typeface="+mn-lt"/>
                <a:cs typeface="+mn-lt"/>
              </a:rPr>
              <a:t> </a:t>
            </a:r>
            <a:r>
              <a:rPr lang="en-US" spc="-1" err="1">
                <a:solidFill>
                  <a:srgbClr val="000000"/>
                </a:solidFill>
                <a:ea typeface="+mn-lt"/>
                <a:cs typeface="+mn-lt"/>
              </a:rPr>
              <a:t>selon</a:t>
            </a:r>
            <a:r>
              <a:rPr lang="en-US" spc="-1">
                <a:solidFill>
                  <a:srgbClr val="000000"/>
                </a:solidFill>
                <a:ea typeface="+mn-lt"/>
                <a:cs typeface="+mn-lt"/>
              </a:rPr>
              <a:t> </a:t>
            </a:r>
            <a:r>
              <a:rPr lang="en-US" spc="-1" err="1">
                <a:solidFill>
                  <a:srgbClr val="000000"/>
                </a:solidFill>
                <a:ea typeface="+mn-lt"/>
                <a:cs typeface="+mn-lt"/>
              </a:rPr>
              <a:t>l'objet</a:t>
            </a:r>
            <a:r>
              <a:rPr lang="en-US" spc="-1">
                <a:solidFill>
                  <a:srgbClr val="000000"/>
                </a:solidFill>
                <a:ea typeface="+mn-lt"/>
                <a:cs typeface="+mn-lt"/>
              </a:rPr>
              <a:t> qui </a:t>
            </a:r>
            <a:r>
              <a:rPr lang="en-US" spc="-1" err="1">
                <a:solidFill>
                  <a:srgbClr val="000000"/>
                </a:solidFill>
                <a:ea typeface="+mn-lt"/>
                <a:cs typeface="+mn-lt"/>
              </a:rPr>
              <a:t>l'appelle</a:t>
            </a:r>
            <a:r>
              <a:rPr lang="en-US" spc="-1">
                <a:solidFill>
                  <a:srgbClr val="000000"/>
                </a:solidFill>
                <a:ea typeface="+mn-lt"/>
                <a:cs typeface="+mn-lt"/>
              </a:rPr>
              <a:t>.</a:t>
            </a:r>
            <a:endParaRPr lang="en-US" sz="1800" b="0" strike="noStrike" spc="-1">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TextBox 4"/>
          <p:cNvSpPr/>
          <p:nvPr/>
        </p:nvSpPr>
        <p:spPr>
          <a:xfrm>
            <a:off x="755640" y="229680"/>
            <a:ext cx="6330960" cy="456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fr-FR" sz="2400" b="1" strike="noStrike" spc="-1">
                <a:solidFill>
                  <a:srgbClr val="E2001A"/>
                </a:solidFill>
                <a:latin typeface="Trebuchet MS"/>
                <a:ea typeface="ＭＳ Ｐゴシック"/>
              </a:rPr>
              <a:t>VII.4. Classes Abstraites</a:t>
            </a:r>
            <a:r>
              <a:rPr lang="fr-FR" sz="2400" b="1" spc="-1">
                <a:solidFill>
                  <a:srgbClr val="E2001A"/>
                </a:solidFill>
                <a:latin typeface="Trebuchet MS"/>
                <a:ea typeface="ＭＳ Ｐゴシック"/>
              </a:rPr>
              <a:t> (POO)</a:t>
            </a:r>
            <a:endParaRPr lang="en-US" sz="2400" b="0" strike="noStrike" spc="-1">
              <a:latin typeface="Arial"/>
            </a:endParaRPr>
          </a:p>
        </p:txBody>
      </p:sp>
      <p:sp>
        <p:nvSpPr>
          <p:cNvPr id="316" name="TextBox 3"/>
          <p:cNvSpPr/>
          <p:nvPr/>
        </p:nvSpPr>
        <p:spPr>
          <a:xfrm>
            <a:off x="503640" y="908640"/>
            <a:ext cx="81367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800" b="0" strike="noStrike" spc="-1">
                <a:solidFill>
                  <a:srgbClr val="333333"/>
                </a:solidFill>
                <a:latin typeface="Helvetica Neue"/>
                <a:ea typeface="ＭＳ Ｐゴシック"/>
              </a:rPr>
              <a:t>Un modèle </a:t>
            </a:r>
            <a:r>
              <a:rPr lang="fr-FR" sz="1800" b="1" strike="noStrike" spc="-1">
                <a:solidFill>
                  <a:srgbClr val="000000"/>
                </a:solidFill>
                <a:latin typeface="Helvetica Neue"/>
                <a:ea typeface="ＭＳ Ｐゴシック"/>
              </a:rPr>
              <a:t>incomplet</a:t>
            </a:r>
            <a:r>
              <a:rPr lang="fr-FR" sz="1800" b="0" strike="noStrike" spc="-1">
                <a:solidFill>
                  <a:srgbClr val="333333"/>
                </a:solidFill>
                <a:latin typeface="Helvetica Neue"/>
                <a:ea typeface="ＭＳ Ｐゴシック"/>
              </a:rPr>
              <a:t> qu'on ne peut pas utiliser directement. Elle oblige les classes filles à compléter ce qui manque </a:t>
            </a:r>
            <a:endParaRPr lang="en-US" sz="1800" b="0" strike="noStrike" spc="-1">
              <a:latin typeface="Arial"/>
            </a:endParaRPr>
          </a:p>
        </p:txBody>
      </p:sp>
      <p:sp>
        <p:nvSpPr>
          <p:cNvPr id="317" name="TextBox 9"/>
          <p:cNvSpPr/>
          <p:nvPr/>
        </p:nvSpPr>
        <p:spPr>
          <a:xfrm>
            <a:off x="1475640" y="1555200"/>
            <a:ext cx="6937560" cy="533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199"/>
              </a:spcAft>
              <a:buNone/>
            </a:pP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abstract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class</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Personne</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private</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private</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prenom</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Personne</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prenom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this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nom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this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prenom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prenom</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void</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sePresenter</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System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out</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println</a:t>
            </a:r>
            <a:r>
              <a:rPr lang="en-US" sz="1800" b="0" strike="noStrike" spc="-1">
                <a:solidFill>
                  <a:srgbClr val="333333"/>
                </a:solidFill>
                <a:latin typeface="Menlo"/>
                <a:ea typeface="ＭＳ Ｐゴシック"/>
              </a:rPr>
              <a:t>(</a:t>
            </a:r>
            <a:r>
              <a:rPr lang="en-US" sz="1800" b="0" strike="noStrike" spc="-1">
                <a:solidFill>
                  <a:srgbClr val="183691"/>
                </a:solidFill>
                <a:latin typeface="Menlo"/>
                <a:ea typeface="ＭＳ Ｐゴシック"/>
              </a:rPr>
              <a:t>"Je m'appelle "</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prenom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183691"/>
                </a:solidFill>
                <a:latin typeface="Menlo"/>
                <a:ea typeface="ＭＳ Ｐゴシック"/>
              </a:rPr>
              <a:t>" "</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abstract</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getRole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333333"/>
                </a:solidFill>
                <a:latin typeface="Menlo"/>
                <a:ea typeface="ＭＳ Ｐゴシック"/>
              </a:rPr>
              <a:t>}</a:t>
            </a:r>
            <a:endParaRPr lang="en-US" sz="1800" b="0" strike="noStrike" spc="-1">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TextBox 2"/>
          <p:cNvSpPr/>
          <p:nvPr/>
        </p:nvSpPr>
        <p:spPr>
          <a:xfrm>
            <a:off x="1143000" y="1340640"/>
            <a:ext cx="6946560" cy="490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199"/>
              </a:spcAft>
              <a:buNone/>
            </a:pP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class</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Etudiant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extends</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Personne</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private</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double</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Etudiant</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prenom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double</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super</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nom</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prenom</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this</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note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@Override</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String</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getRole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return</a:t>
            </a:r>
            <a:r>
              <a:rPr lang="en-US" sz="1800" b="0" strike="noStrike" spc="-1">
                <a:solidFill>
                  <a:srgbClr val="000000"/>
                </a:solidFill>
                <a:latin typeface="Menlo"/>
                <a:ea typeface="ＭＳ Ｐゴシック"/>
              </a:rPr>
              <a:t> </a:t>
            </a:r>
            <a:r>
              <a:rPr lang="en-US" sz="1800" b="0" strike="noStrike" spc="-1">
                <a:solidFill>
                  <a:srgbClr val="183691"/>
                </a:solidFill>
                <a:latin typeface="Menlo"/>
                <a:ea typeface="ＭＳ Ｐゴシック"/>
              </a:rPr>
              <a:t>"Étudiant avec une note de "</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333333"/>
                </a:solidFill>
                <a:latin typeface="Menlo"/>
                <a:ea typeface="ＭＳ Ｐゴシック"/>
              </a:rPr>
              <a:t>}</a:t>
            </a:r>
            <a:endParaRPr lang="en-US" sz="1800" b="0" strike="noStrike" spc="-1">
              <a:latin typeface="Arial"/>
            </a:endParaRPr>
          </a:p>
        </p:txBody>
      </p:sp>
      <p:sp>
        <p:nvSpPr>
          <p:cNvPr id="319" name="TextBox 1"/>
          <p:cNvSpPr/>
          <p:nvPr/>
        </p:nvSpPr>
        <p:spPr>
          <a:xfrm>
            <a:off x="755640" y="229680"/>
            <a:ext cx="5187960" cy="456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fr-FR" sz="2400" b="1" strike="noStrike" spc="-1">
                <a:solidFill>
                  <a:srgbClr val="E2001A"/>
                </a:solidFill>
                <a:latin typeface="Trebuchet MS"/>
                <a:ea typeface="ＭＳ Ｐゴシック"/>
              </a:rPr>
              <a:t>VII.4. Classes Abstraites</a:t>
            </a:r>
            <a:r>
              <a:rPr lang="fr-FR" sz="2400" b="1" spc="-1">
                <a:solidFill>
                  <a:srgbClr val="E2001A"/>
                </a:solidFill>
                <a:latin typeface="Trebuchet MS"/>
                <a:ea typeface="ＭＳ Ｐゴシック"/>
              </a:rPr>
              <a:t> (POO)</a:t>
            </a:r>
            <a:endParaRPr lang="en-US" sz="2400" b="0" strike="noStrike" spc="-1">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TextBox 4"/>
          <p:cNvSpPr/>
          <p:nvPr/>
        </p:nvSpPr>
        <p:spPr>
          <a:xfrm>
            <a:off x="755640" y="282960"/>
            <a:ext cx="450216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fr-FR" sz="2400" b="1" strike="noStrike" spc="-1">
                <a:solidFill>
                  <a:srgbClr val="E2001A"/>
                </a:solidFill>
                <a:latin typeface="Trebuchet MS"/>
                <a:ea typeface="ＭＳ Ｐゴシック"/>
              </a:rPr>
              <a:t>VII.4. Les Interfaces</a:t>
            </a:r>
            <a:r>
              <a:rPr lang="fr-FR" sz="2400" b="1" spc="-1">
                <a:solidFill>
                  <a:srgbClr val="E2001A"/>
                </a:solidFill>
                <a:latin typeface="Trebuchet MS"/>
                <a:ea typeface="ＭＳ Ｐゴシック"/>
              </a:rPr>
              <a:t> (POO)</a:t>
            </a:r>
            <a:endParaRPr lang="en-US" sz="2400" b="0" strike="noStrike" spc="-1">
              <a:latin typeface="Arial"/>
            </a:endParaRPr>
          </a:p>
        </p:txBody>
      </p:sp>
      <p:sp>
        <p:nvSpPr>
          <p:cNvPr id="321" name="TextBox 2"/>
          <p:cNvSpPr/>
          <p:nvPr/>
        </p:nvSpPr>
        <p:spPr>
          <a:xfrm>
            <a:off x="251640" y="980640"/>
            <a:ext cx="87847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800" b="0" strike="noStrike" spc="-1">
                <a:solidFill>
                  <a:srgbClr val="000000"/>
                </a:solidFill>
                <a:latin typeface="Arial"/>
                <a:ea typeface="ＭＳ Ｐゴシック"/>
              </a:rPr>
              <a:t>Un </a:t>
            </a:r>
            <a:r>
              <a:rPr lang="fr-FR" sz="1800" b="1" strike="noStrike" spc="-1">
                <a:solidFill>
                  <a:srgbClr val="000000"/>
                </a:solidFill>
                <a:latin typeface="Arial"/>
                <a:ea typeface="ＭＳ Ｐゴシック"/>
              </a:rPr>
              <a:t>contrat pur</a:t>
            </a:r>
            <a:r>
              <a:rPr lang="fr-FR" sz="1800" b="0" strike="noStrike" spc="-1">
                <a:solidFill>
                  <a:srgbClr val="000000"/>
                </a:solidFill>
                <a:latin typeface="Arial"/>
                <a:ea typeface="ＭＳ Ｐゴシック"/>
              </a:rPr>
              <a:t>. Elle dit uniquement </a:t>
            </a:r>
            <a:r>
              <a:rPr lang="fr-FR" sz="1800" b="1" strike="noStrike" spc="-1">
                <a:solidFill>
                  <a:srgbClr val="000000"/>
                </a:solidFill>
                <a:latin typeface="Arial"/>
                <a:ea typeface="ＭＳ Ｐゴシック"/>
              </a:rPr>
              <a:t>ce qu'une classe doit pouvoir faire</a:t>
            </a:r>
            <a:r>
              <a:rPr lang="fr-FR" sz="1800" b="0" strike="noStrike" spc="-1">
                <a:solidFill>
                  <a:srgbClr val="000000"/>
                </a:solidFill>
                <a:latin typeface="Arial"/>
                <a:ea typeface="ＭＳ Ｐゴシック"/>
              </a:rPr>
              <a:t>, sans aucune implémentation.</a:t>
            </a:r>
            <a:endParaRPr lang="en-US" sz="1800" b="0" strike="noStrike" spc="-1">
              <a:latin typeface="Arial"/>
            </a:endParaRPr>
          </a:p>
        </p:txBody>
      </p:sp>
      <p:sp>
        <p:nvSpPr>
          <p:cNvPr id="322" name="TextBox 3"/>
          <p:cNvSpPr/>
          <p:nvPr/>
        </p:nvSpPr>
        <p:spPr>
          <a:xfrm>
            <a:off x="755640" y="2061000"/>
            <a:ext cx="6603480" cy="319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199"/>
              </a:spcAft>
              <a:buNone/>
            </a:pP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interface</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Payable</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void</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effectuerPaiement</a:t>
            </a:r>
            <a:r>
              <a:rPr lang="en-US" sz="1800" b="0" strike="noStrike" spc="-1">
                <a:solidFill>
                  <a:srgbClr val="333333"/>
                </a:solidFill>
                <a:latin typeface="Menlo"/>
                <a:ea typeface="ＭＳ Ｐゴシック"/>
              </a:rPr>
              <a:t>(</a:t>
            </a:r>
            <a:r>
              <a:rPr lang="en-US" sz="1800" b="0" strike="noStrike" spc="-1">
                <a:solidFill>
                  <a:srgbClr val="A71D5D"/>
                </a:solidFill>
                <a:latin typeface="Menlo"/>
                <a:ea typeface="ＭＳ Ｐゴシック"/>
              </a:rPr>
              <a:t>double</a:t>
            </a:r>
            <a:r>
              <a:rPr lang="en-US" sz="1800" b="0" strike="noStrike" spc="-1">
                <a:solidFill>
                  <a:srgbClr val="000000"/>
                </a:solidFill>
                <a:latin typeface="Menlo"/>
                <a:ea typeface="ＭＳ Ｐゴシック"/>
              </a:rPr>
              <a:t> montant</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969896"/>
                </a:solidFill>
                <a:latin typeface="Menlo"/>
                <a:ea typeface="ＭＳ Ｐゴシック"/>
              </a:rPr>
              <a:t>// pas de corps !</a:t>
            </a:r>
            <a:endParaRPr lang="en-US" sz="1800" b="0" strike="noStrike" spc="-1">
              <a:latin typeface="Arial"/>
            </a:endParaRPr>
          </a:p>
          <a:p>
            <a:pPr>
              <a:lnSpc>
                <a:spcPct val="100000"/>
              </a:lnSpc>
              <a:spcAft>
                <a:spcPts val="1199"/>
              </a:spcAft>
              <a:buNone/>
            </a:pP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A71D5D"/>
                </a:solidFill>
                <a:latin typeface="Menlo"/>
                <a:ea typeface="ＭＳ Ｐゴシック"/>
              </a:rPr>
              <a:t>public</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interface</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Evaluateur</a:t>
            </a:r>
            <a:r>
              <a:rPr lang="en-US" sz="1800" b="0" strike="noStrike" spc="-1">
                <a:solidFill>
                  <a:srgbClr val="000000"/>
                </a:solidFill>
                <a:latin typeface="Menlo"/>
                <a:ea typeface="ＭＳ Ｐゴシック"/>
              </a:rPr>
              <a:t> </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void</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noterEtudiant</a:t>
            </a:r>
            <a:r>
              <a:rPr lang="en-US" sz="1800" b="0" strike="noStrike" spc="-1">
                <a:solidFill>
                  <a:srgbClr val="333333"/>
                </a:solidFill>
                <a:latin typeface="Menlo"/>
                <a:ea typeface="ＭＳ Ｐゴシック"/>
              </a:rPr>
              <a:t>(</a:t>
            </a:r>
            <a:r>
              <a:rPr lang="en-US" sz="1800" b="0" strike="noStrike" spc="-1">
                <a:solidFill>
                  <a:srgbClr val="795DA3"/>
                </a:solidFill>
                <a:latin typeface="Menlo"/>
                <a:ea typeface="ＭＳ Ｐゴシック"/>
              </a:rPr>
              <a:t>Etudiant</a:t>
            </a:r>
            <a:r>
              <a:rPr lang="en-US" sz="1800" b="0" strike="noStrike" spc="-1">
                <a:solidFill>
                  <a:srgbClr val="000000"/>
                </a:solidFill>
                <a:latin typeface="Menlo"/>
                <a:ea typeface="ＭＳ Ｐゴシック"/>
              </a:rPr>
              <a:t> e</a:t>
            </a:r>
            <a:r>
              <a:rPr lang="en-US" sz="1800" b="0" strike="noStrike" spc="-1">
                <a:solidFill>
                  <a:srgbClr val="333333"/>
                </a:solidFill>
                <a:latin typeface="Menlo"/>
                <a:ea typeface="ＭＳ Ｐゴシック"/>
              </a:rPr>
              <a:t>,</a:t>
            </a: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double</a:t>
            </a:r>
            <a:r>
              <a:rPr lang="en-US" sz="1800" b="0" strike="noStrike" spc="-1">
                <a:solidFill>
                  <a:srgbClr val="000000"/>
                </a:solidFill>
                <a:latin typeface="Menlo"/>
                <a:ea typeface="ＭＳ Ｐゴシック"/>
              </a:rPr>
              <a:t> note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000000"/>
                </a:solidFill>
                <a:latin typeface="Menlo"/>
                <a:ea typeface="ＭＳ Ｐゴシック"/>
              </a:rPr>
              <a:t>    </a:t>
            </a:r>
            <a:r>
              <a:rPr lang="en-US" sz="1800" b="0" strike="noStrike" spc="-1">
                <a:solidFill>
                  <a:srgbClr val="A71D5D"/>
                </a:solidFill>
                <a:latin typeface="Menlo"/>
                <a:ea typeface="ＭＳ Ｐゴシック"/>
              </a:rPr>
              <a:t>double</a:t>
            </a:r>
            <a:r>
              <a:rPr lang="en-US" sz="1800" b="0" strike="noStrike" spc="-1">
                <a:solidFill>
                  <a:srgbClr val="000000"/>
                </a:solidFill>
                <a:latin typeface="Menlo"/>
                <a:ea typeface="ＭＳ Ｐゴシック"/>
              </a:rPr>
              <a:t> </a:t>
            </a:r>
            <a:r>
              <a:rPr lang="en-US" sz="1800" b="0" strike="noStrike" spc="-1">
                <a:solidFill>
                  <a:srgbClr val="795DA3"/>
                </a:solidFill>
                <a:latin typeface="Menlo"/>
                <a:ea typeface="ＭＳ Ｐゴシック"/>
              </a:rPr>
              <a:t>calculerMoyenne</a:t>
            </a:r>
            <a:r>
              <a:rPr lang="en-US" sz="1800" b="0" strike="noStrike" spc="-1">
                <a:solidFill>
                  <a:srgbClr val="333333"/>
                </a:solidFill>
                <a:latin typeface="Menlo"/>
                <a:ea typeface="ＭＳ Ｐゴシック"/>
              </a:rPr>
              <a:t>();</a:t>
            </a:r>
            <a:endParaRPr lang="en-US" sz="1800" b="0" strike="noStrike" spc="-1">
              <a:latin typeface="Arial"/>
            </a:endParaRPr>
          </a:p>
          <a:p>
            <a:pPr>
              <a:lnSpc>
                <a:spcPct val="100000"/>
              </a:lnSpc>
              <a:spcAft>
                <a:spcPts val="1199"/>
              </a:spcAft>
              <a:buNone/>
            </a:pPr>
            <a:r>
              <a:rPr lang="en-US" sz="1800" b="0" strike="noStrike" spc="-1">
                <a:solidFill>
                  <a:srgbClr val="333333"/>
                </a:solidFill>
                <a:latin typeface="Menlo"/>
                <a:ea typeface="ＭＳ Ｐゴシック"/>
              </a:rPr>
              <a:t>}</a:t>
            </a:r>
            <a:endParaRPr lang="en-US" sz="1800" b="0" strike="noStrike" spc="-1">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 grpId="0"/>
      <p:bldP spid="32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PlaceHolder 1"/>
          <p:cNvSpPr>
            <a:spLocks noGrp="1"/>
          </p:cNvSpPr>
          <p:nvPr>
            <p:ph type="title"/>
          </p:nvPr>
        </p:nvSpPr>
        <p:spPr>
          <a:xfrm>
            <a:off x="755640" y="151920"/>
            <a:ext cx="8208720" cy="540360"/>
          </a:xfrm>
          <a:prstGeom prst="rect">
            <a:avLst/>
          </a:prstGeom>
          <a:noFill/>
          <a:ln w="0">
            <a:noFill/>
          </a:ln>
        </p:spPr>
        <p:txBody>
          <a:bodyPr numCol="1" spcCol="0" anchor="t">
            <a:noAutofit/>
          </a:bodyPr>
          <a:lstStyle/>
          <a:p>
            <a:pPr>
              <a:lnSpc>
                <a:spcPct val="100000"/>
              </a:lnSpc>
              <a:buNone/>
            </a:pPr>
            <a:r>
              <a:rPr lang="fr-CA" sz="2300" b="1" strike="noStrike" spc="-1">
                <a:solidFill>
                  <a:srgbClr val="FF0000"/>
                </a:solidFill>
                <a:latin typeface="Trebuchet MS"/>
                <a:ea typeface="ＭＳ Ｐゴシック"/>
              </a:rPr>
              <a:t>VIII. Écosystème JAVA</a:t>
            </a:r>
            <a:endParaRPr lang="fr-CA" sz="2300" b="0" strike="noStrike" spc="-1">
              <a:solidFill>
                <a:srgbClr val="000000"/>
              </a:solidFill>
              <a:latin typeface="Arial"/>
            </a:endParaRPr>
          </a:p>
        </p:txBody>
      </p:sp>
      <p:pic>
        <p:nvPicPr>
          <p:cNvPr id="324" name="Image 1"/>
          <p:cNvPicPr/>
          <p:nvPr/>
        </p:nvPicPr>
        <p:blipFill>
          <a:blip r:embed="rId3"/>
          <a:stretch/>
        </p:blipFill>
        <p:spPr>
          <a:xfrm>
            <a:off x="65160" y="6400800"/>
            <a:ext cx="1553760" cy="396360"/>
          </a:xfrm>
          <a:prstGeom prst="rect">
            <a:avLst/>
          </a:prstGeom>
          <a:ln w="0">
            <a:noFill/>
          </a:ln>
        </p:spPr>
      </p:pic>
      <p:pic>
        <p:nvPicPr>
          <p:cNvPr id="325" name="Image 4"/>
          <p:cNvPicPr/>
          <p:nvPr/>
        </p:nvPicPr>
        <p:blipFill>
          <a:blip r:embed="rId4"/>
          <a:stretch/>
        </p:blipFill>
        <p:spPr>
          <a:xfrm>
            <a:off x="7668360" y="6307200"/>
            <a:ext cx="1295640" cy="514800"/>
          </a:xfrm>
          <a:prstGeom prst="rect">
            <a:avLst/>
          </a:prstGeom>
          <a:ln w="0">
            <a:noFill/>
          </a:ln>
        </p:spPr>
      </p:pic>
      <p:sp>
        <p:nvSpPr>
          <p:cNvPr id="326" name="TextBox 3"/>
          <p:cNvSpPr/>
          <p:nvPr/>
        </p:nvSpPr>
        <p:spPr>
          <a:xfrm>
            <a:off x="530150" y="1861511"/>
            <a:ext cx="518436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1" strike="noStrike" spc="-1">
                <a:solidFill>
                  <a:srgbClr val="000000"/>
                </a:solidFill>
                <a:latin typeface="Arial"/>
                <a:ea typeface="ＭＳ Ｐゴシック"/>
              </a:rPr>
              <a:t>JVM, JRE, JDK</a:t>
            </a:r>
            <a:endParaRPr lang="en-US" sz="1800" b="0" strike="noStrike" spc="-1">
              <a:latin typeface="Arial"/>
            </a:endParaRPr>
          </a:p>
        </p:txBody>
      </p:sp>
      <p:sp>
        <p:nvSpPr>
          <p:cNvPr id="327" name="TextBox 5"/>
          <p:cNvSpPr/>
          <p:nvPr/>
        </p:nvSpPr>
        <p:spPr>
          <a:xfrm>
            <a:off x="251640" y="4628944"/>
            <a:ext cx="864072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50000"/>
              </a:lnSpc>
              <a:buNone/>
            </a:pPr>
            <a:r>
              <a:rPr lang="en-US" sz="1800" b="1" strike="noStrike" spc="-1">
                <a:solidFill>
                  <a:srgbClr val="000000"/>
                </a:solidFill>
                <a:latin typeface="Arial"/>
                <a:ea typeface="ＭＳ Ｐゴシック"/>
              </a:rPr>
              <a:t>JVM </a:t>
            </a:r>
            <a:r>
              <a:rPr lang="en-US" sz="1800" b="0" strike="noStrike" spc="-1">
                <a:solidFill>
                  <a:srgbClr val="000000"/>
                </a:solidFill>
                <a:latin typeface="Arial"/>
                <a:ea typeface="ＭＳ Ｐゴシック"/>
              </a:rPr>
              <a:t>:  lire et execute bytecode java (Traduit en des instructions comprehensibles par le OS.</a:t>
            </a:r>
            <a:endParaRPr lang="en-US" sz="1800" b="0" strike="noStrike" spc="-1">
              <a:latin typeface="Arial"/>
            </a:endParaRPr>
          </a:p>
        </p:txBody>
      </p:sp>
      <p:sp>
        <p:nvSpPr>
          <p:cNvPr id="328" name="TextBox 6"/>
          <p:cNvSpPr/>
          <p:nvPr/>
        </p:nvSpPr>
        <p:spPr>
          <a:xfrm>
            <a:off x="322991" y="3305231"/>
            <a:ext cx="8820000" cy="132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50000"/>
              </a:lnSpc>
              <a:buNone/>
            </a:pPr>
            <a:r>
              <a:rPr lang="en-US" sz="1800" b="1" strike="noStrike" spc="-1">
                <a:solidFill>
                  <a:srgbClr val="000000"/>
                </a:solidFill>
                <a:latin typeface="Arial"/>
                <a:ea typeface="ＭＳ Ｐゴシック"/>
              </a:rPr>
              <a:t>JRE </a:t>
            </a:r>
            <a:r>
              <a:rPr lang="en-US" sz="1800" b="0" strike="noStrike" spc="-1">
                <a:solidFill>
                  <a:srgbClr val="000000"/>
                </a:solidFill>
                <a:latin typeface="Arial"/>
                <a:ea typeface="ＭＳ Ｐゴシック"/>
              </a:rPr>
              <a:t>:  </a:t>
            </a:r>
            <a:r>
              <a:rPr lang="fr-FR" sz="1800" b="0" strike="noStrike" spc="-1">
                <a:solidFill>
                  <a:srgbClr val="000000"/>
                </a:solidFill>
                <a:latin typeface="Arial"/>
                <a:ea typeface="ＭＳ Ｐゴシック"/>
              </a:rPr>
              <a:t>Manipuler des fichiers, créer des interfaces graphiques, faire des requêtes         réseau, etc.  Les bibliothèques Java (classes prêtes à l'emploi).</a:t>
            </a:r>
            <a:endParaRPr lang="en-US" sz="1800" b="0" strike="noStrike" spc="-1">
              <a:latin typeface="Arial"/>
            </a:endParaRPr>
          </a:p>
          <a:p>
            <a:pPr>
              <a:lnSpc>
                <a:spcPct val="150000"/>
              </a:lnSpc>
              <a:buNone/>
            </a:pPr>
            <a:endParaRPr lang="en-US" sz="1800" b="0" strike="noStrike" spc="-1">
              <a:latin typeface="Arial"/>
            </a:endParaRPr>
          </a:p>
        </p:txBody>
      </p:sp>
      <p:sp>
        <p:nvSpPr>
          <p:cNvPr id="329" name="TextBox 8"/>
          <p:cNvSpPr/>
          <p:nvPr/>
        </p:nvSpPr>
        <p:spPr>
          <a:xfrm>
            <a:off x="362518" y="2577830"/>
            <a:ext cx="843516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1" strike="noStrike" spc="-1">
                <a:solidFill>
                  <a:srgbClr val="000000"/>
                </a:solidFill>
                <a:latin typeface="Arial"/>
                <a:ea typeface="ＭＳ Ｐゴシック"/>
              </a:rPr>
              <a:t>JDK : </a:t>
            </a:r>
            <a:r>
              <a:rPr lang="en-US" sz="1800" b="0" strike="noStrike" spc="-1">
                <a:solidFill>
                  <a:srgbClr val="000000"/>
                </a:solidFill>
                <a:latin typeface="Arial"/>
                <a:ea typeface="ＭＳ Ｐゴシック"/>
              </a:rPr>
              <a:t>Tout ce don’t on a besoin de developer un program Java,</a:t>
            </a:r>
            <a:endParaRPr lang="en-US" sz="1800" b="0" strike="noStrike" spc="-1">
              <a:latin typeface="Arial"/>
            </a:endParaRPr>
          </a:p>
          <a:p>
            <a:pPr>
              <a:lnSpc>
                <a:spcPct val="100000"/>
              </a:lnSpc>
              <a:buNone/>
            </a:pPr>
            <a:r>
              <a:rPr lang="en-US" sz="1800" b="0" strike="noStrike" spc="-1">
                <a:solidFill>
                  <a:srgbClr val="000000"/>
                </a:solidFill>
                <a:latin typeface="Arial"/>
                <a:ea typeface="ＭＳ Ｐゴシック"/>
              </a:rPr>
              <a:t> </a:t>
            </a:r>
            <a:endParaRPr lang="en-US" sz="1800" b="0" strike="noStrike" spc="-1">
              <a:latin typeface="Arial"/>
            </a:endParaRPr>
          </a:p>
        </p:txBody>
      </p:sp>
      <p:sp>
        <p:nvSpPr>
          <p:cNvPr id="2" name="TextBox 1">
            <a:extLst>
              <a:ext uri="{FF2B5EF4-FFF2-40B4-BE49-F238E27FC236}">
                <a16:creationId xmlns:a16="http://schemas.microsoft.com/office/drawing/2014/main" id="{AB72E234-A6CF-88F7-C77B-176D2FCD2674}"/>
              </a:ext>
            </a:extLst>
          </p:cNvPr>
          <p:cNvSpPr txBox="1"/>
          <p:nvPr/>
        </p:nvSpPr>
        <p:spPr>
          <a:xfrm>
            <a:off x="62205" y="287694"/>
            <a:ext cx="891073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a:p>
            <a:endParaRPr lang="en-US"/>
          </a:p>
          <a:p>
            <a:pPr algn="just"/>
            <a:r>
              <a:rPr lang="en-US" err="1"/>
              <a:t>L'écosystème</a:t>
            </a:r>
            <a:r>
              <a:rPr lang="en-US"/>
              <a:t> Java est un ensemble </a:t>
            </a:r>
            <a:r>
              <a:rPr lang="en-US" err="1"/>
              <a:t>complet</a:t>
            </a:r>
            <a:r>
              <a:rPr lang="en-US"/>
              <a:t> de technologies, </a:t>
            </a:r>
            <a:r>
              <a:rPr lang="en-US" err="1"/>
              <a:t>d'outils</a:t>
            </a:r>
            <a:r>
              <a:rPr lang="en-US"/>
              <a:t> et de bibliothèques </a:t>
            </a:r>
            <a:r>
              <a:rPr lang="en-US" err="1"/>
              <a:t>permettant</a:t>
            </a:r>
            <a:r>
              <a:rPr lang="en-US"/>
              <a:t> de </a:t>
            </a:r>
            <a:r>
              <a:rPr lang="en-US" err="1"/>
              <a:t>développer</a:t>
            </a:r>
            <a:r>
              <a:rPr lang="en-US"/>
              <a:t>, </a:t>
            </a:r>
            <a:r>
              <a:rPr lang="en-US" err="1"/>
              <a:t>déployer</a:t>
            </a:r>
            <a:r>
              <a:rPr lang="en-US"/>
              <a:t> et </a:t>
            </a:r>
            <a:r>
              <a:rPr lang="en-US" err="1"/>
              <a:t>exécuter</a:t>
            </a:r>
            <a:r>
              <a:rPr lang="en-US"/>
              <a:t> des applications</a:t>
            </a:r>
          </a:p>
          <a:p>
            <a:endParaRPr lang="en-US"/>
          </a:p>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BA954-C264-505D-A91E-C82998DB308D}"/>
            </a:ext>
          </a:extLst>
        </p:cNvPr>
        <p:cNvGrpSpPr/>
        <p:nvPr/>
      </p:nvGrpSpPr>
      <p:grpSpPr>
        <a:xfrm>
          <a:off x="0" y="0"/>
          <a:ext cx="0" cy="0"/>
          <a:chOff x="0" y="0"/>
          <a:chExt cx="0" cy="0"/>
        </a:xfrm>
      </p:grpSpPr>
      <p:sp>
        <p:nvSpPr>
          <p:cNvPr id="323" name="PlaceHolder 1">
            <a:extLst>
              <a:ext uri="{FF2B5EF4-FFF2-40B4-BE49-F238E27FC236}">
                <a16:creationId xmlns:a16="http://schemas.microsoft.com/office/drawing/2014/main" id="{38515845-1F3B-53B2-2943-17EF254092ED}"/>
              </a:ext>
            </a:extLst>
          </p:cNvPr>
          <p:cNvSpPr>
            <a:spLocks noGrp="1"/>
          </p:cNvSpPr>
          <p:nvPr>
            <p:ph type="title"/>
          </p:nvPr>
        </p:nvSpPr>
        <p:spPr>
          <a:xfrm>
            <a:off x="755640" y="151920"/>
            <a:ext cx="8208720" cy="540360"/>
          </a:xfrm>
          <a:prstGeom prst="rect">
            <a:avLst/>
          </a:prstGeom>
          <a:noFill/>
          <a:ln w="0">
            <a:noFill/>
          </a:ln>
        </p:spPr>
        <p:txBody>
          <a:bodyPr numCol="1" spcCol="0" anchor="t">
            <a:noAutofit/>
          </a:bodyPr>
          <a:lstStyle/>
          <a:p>
            <a:pPr>
              <a:lnSpc>
                <a:spcPct val="100000"/>
              </a:lnSpc>
              <a:buNone/>
            </a:pPr>
            <a:r>
              <a:rPr lang="fr-CA" sz="2300" b="1" strike="noStrike" spc="-1">
                <a:solidFill>
                  <a:srgbClr val="FF0000"/>
                </a:solidFill>
                <a:latin typeface="Trebuchet MS"/>
                <a:ea typeface="ＭＳ Ｐゴシック"/>
              </a:rPr>
              <a:t>VIII. Écosystème JAVA</a:t>
            </a:r>
            <a:endParaRPr lang="fr-CA" sz="2300" b="0" strike="noStrike" spc="-1">
              <a:solidFill>
                <a:srgbClr val="000000"/>
              </a:solidFill>
              <a:latin typeface="Arial"/>
            </a:endParaRPr>
          </a:p>
        </p:txBody>
      </p:sp>
      <p:pic>
        <p:nvPicPr>
          <p:cNvPr id="324" name="Image 1">
            <a:extLst>
              <a:ext uri="{FF2B5EF4-FFF2-40B4-BE49-F238E27FC236}">
                <a16:creationId xmlns:a16="http://schemas.microsoft.com/office/drawing/2014/main" id="{645268E0-2353-B0CE-C7B3-EABBFFF78366}"/>
              </a:ext>
            </a:extLst>
          </p:cNvPr>
          <p:cNvPicPr/>
          <p:nvPr/>
        </p:nvPicPr>
        <p:blipFill>
          <a:blip r:embed="rId3"/>
          <a:stretch/>
        </p:blipFill>
        <p:spPr>
          <a:xfrm>
            <a:off x="65160" y="6400800"/>
            <a:ext cx="1553760" cy="396360"/>
          </a:xfrm>
          <a:prstGeom prst="rect">
            <a:avLst/>
          </a:prstGeom>
          <a:ln w="0">
            <a:noFill/>
          </a:ln>
        </p:spPr>
      </p:pic>
      <p:pic>
        <p:nvPicPr>
          <p:cNvPr id="325" name="Image 4">
            <a:extLst>
              <a:ext uri="{FF2B5EF4-FFF2-40B4-BE49-F238E27FC236}">
                <a16:creationId xmlns:a16="http://schemas.microsoft.com/office/drawing/2014/main" id="{289FB19A-A23D-DE27-CC08-2D13F89800F5}"/>
              </a:ext>
            </a:extLst>
          </p:cNvPr>
          <p:cNvPicPr/>
          <p:nvPr/>
        </p:nvPicPr>
        <p:blipFill>
          <a:blip r:embed="rId4"/>
          <a:stretch/>
        </p:blipFill>
        <p:spPr>
          <a:xfrm>
            <a:off x="7668360" y="6307200"/>
            <a:ext cx="1295640" cy="514800"/>
          </a:xfrm>
          <a:prstGeom prst="rect">
            <a:avLst/>
          </a:prstGeom>
          <a:ln w="0">
            <a:noFill/>
          </a:ln>
        </p:spPr>
      </p:pic>
      <p:sp>
        <p:nvSpPr>
          <p:cNvPr id="3" name="TextBox 2">
            <a:extLst>
              <a:ext uri="{FF2B5EF4-FFF2-40B4-BE49-F238E27FC236}">
                <a16:creationId xmlns:a16="http://schemas.microsoft.com/office/drawing/2014/main" id="{98CC970D-C80F-E49C-446F-C6540CEACBCE}"/>
              </a:ext>
            </a:extLst>
          </p:cNvPr>
          <p:cNvSpPr txBox="1"/>
          <p:nvPr/>
        </p:nvSpPr>
        <p:spPr>
          <a:xfrm>
            <a:off x="404327" y="1073020"/>
            <a:ext cx="8327570" cy="4801314"/>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2400" b="1">
                <a:latin typeface="Trebuchet MS"/>
              </a:rPr>
              <a:t>Frameworks et bibliothèques :</a:t>
            </a:r>
          </a:p>
          <a:p>
            <a:endParaRPr lang="en-US" sz="2400" b="1">
              <a:latin typeface="Trebuchet MS"/>
            </a:endParaRPr>
          </a:p>
          <a:p>
            <a:pPr marL="228600" lvl="1" indent="-228600">
              <a:buFont typeface=""/>
              <a:buChar char="•"/>
            </a:pPr>
            <a:r>
              <a:rPr lang="en-US" sz="2400" b="1">
                <a:latin typeface="Trebuchet MS"/>
              </a:rPr>
              <a:t>Spring Boot :</a:t>
            </a:r>
            <a:r>
              <a:rPr lang="en-US" sz="2400">
                <a:latin typeface="Trebuchet MS"/>
              </a:rPr>
              <a:t> </a:t>
            </a:r>
            <a:r>
              <a:rPr lang="en-US" sz="2400" err="1">
                <a:latin typeface="Trebuchet MS"/>
              </a:rPr>
              <a:t>Incontournable</a:t>
            </a:r>
            <a:r>
              <a:rPr lang="en-US" sz="2400">
                <a:latin typeface="Trebuchet MS"/>
              </a:rPr>
              <a:t> pour la </a:t>
            </a:r>
            <a:r>
              <a:rPr lang="en-US" sz="2400" err="1">
                <a:latin typeface="Trebuchet MS"/>
              </a:rPr>
              <a:t>création</a:t>
            </a:r>
            <a:r>
              <a:rPr lang="en-US" sz="2400">
                <a:latin typeface="Trebuchet MS"/>
              </a:rPr>
              <a:t> </a:t>
            </a:r>
            <a:r>
              <a:rPr lang="en-US" sz="2400" err="1">
                <a:latin typeface="Trebuchet MS"/>
              </a:rPr>
              <a:t>d'applications</a:t>
            </a:r>
            <a:r>
              <a:rPr lang="en-US" sz="2400">
                <a:latin typeface="Trebuchet MS"/>
              </a:rPr>
              <a:t> </a:t>
            </a:r>
            <a:r>
              <a:rPr lang="en-US" sz="2400" err="1">
                <a:latin typeface="Trebuchet MS"/>
              </a:rPr>
              <a:t>robustes</a:t>
            </a:r>
            <a:r>
              <a:rPr lang="en-US" sz="2400">
                <a:latin typeface="Trebuchet MS"/>
              </a:rPr>
              <a:t>, </a:t>
            </a:r>
            <a:r>
              <a:rPr lang="en-US" sz="2400" err="1">
                <a:latin typeface="Trebuchet MS"/>
              </a:rPr>
              <a:t>évolutives</a:t>
            </a:r>
            <a:r>
              <a:rPr lang="en-US" sz="2400">
                <a:latin typeface="Trebuchet MS"/>
              </a:rPr>
              <a:t> et la gestion du backend.</a:t>
            </a:r>
          </a:p>
          <a:p>
            <a:pPr marL="228600" lvl="1" indent="-228600">
              <a:buFont typeface=""/>
              <a:buChar char="•"/>
            </a:pPr>
            <a:endParaRPr lang="en-US" sz="2400">
              <a:latin typeface="Trebuchet MS"/>
            </a:endParaRPr>
          </a:p>
          <a:p>
            <a:pPr marL="228600" lvl="1" indent="-228600">
              <a:buFont typeface=""/>
              <a:buChar char="•"/>
            </a:pPr>
            <a:r>
              <a:rPr lang="en-US" sz="2400" b="1">
                <a:latin typeface="Trebuchet MS"/>
              </a:rPr>
              <a:t>Hibernate :</a:t>
            </a:r>
            <a:r>
              <a:rPr lang="en-US" sz="2400">
                <a:latin typeface="Trebuchet MS"/>
              </a:rPr>
              <a:t> Framework de </a:t>
            </a:r>
            <a:r>
              <a:rPr lang="en-US" sz="2400" err="1">
                <a:latin typeface="Trebuchet MS"/>
              </a:rPr>
              <a:t>référence</a:t>
            </a:r>
            <a:r>
              <a:rPr lang="en-US" sz="2400">
                <a:latin typeface="Trebuchet MS"/>
              </a:rPr>
              <a:t> pour </a:t>
            </a:r>
            <a:r>
              <a:rPr lang="en-US" sz="2400" err="1">
                <a:latin typeface="Trebuchet MS"/>
              </a:rPr>
              <a:t>l'accès</a:t>
            </a:r>
            <a:r>
              <a:rPr lang="en-US" sz="2400">
                <a:latin typeface="Trebuchet MS"/>
              </a:rPr>
              <a:t> aux bases de données et la </a:t>
            </a:r>
            <a:r>
              <a:rPr lang="en-US" sz="2400" err="1">
                <a:latin typeface="Trebuchet MS"/>
              </a:rPr>
              <a:t>persistance</a:t>
            </a:r>
            <a:r>
              <a:rPr lang="en-US" sz="2400">
                <a:latin typeface="Trebuchet MS"/>
              </a:rPr>
              <a:t> des données.</a:t>
            </a:r>
          </a:p>
          <a:p>
            <a:pPr marL="228600" lvl="1" indent="-228600">
              <a:buFont typeface=""/>
              <a:buChar char="•"/>
            </a:pPr>
            <a:endParaRPr lang="en-US" sz="2400">
              <a:latin typeface="Trebuchet MS"/>
            </a:endParaRPr>
          </a:p>
          <a:p>
            <a:endParaRPr lang="en-US" sz="2400">
              <a:latin typeface="Trebuchet MS"/>
            </a:endParaRPr>
          </a:p>
          <a:p>
            <a:pPr>
              <a:buFont typeface=""/>
              <a:buChar char="•"/>
            </a:pPr>
            <a:r>
              <a:rPr lang="en-US" sz="2400" b="1" err="1">
                <a:latin typeface="Trebuchet MS"/>
              </a:rPr>
              <a:t>Environnements</a:t>
            </a:r>
            <a:r>
              <a:rPr lang="en-US" sz="2400" b="1">
                <a:latin typeface="Trebuchet MS"/>
              </a:rPr>
              <a:t> de </a:t>
            </a:r>
            <a:r>
              <a:rPr lang="en-US" sz="2400" b="1" err="1">
                <a:latin typeface="Trebuchet MS"/>
              </a:rPr>
              <a:t>développement</a:t>
            </a:r>
            <a:r>
              <a:rPr lang="en-US" sz="2400" b="1">
                <a:latin typeface="Trebuchet MS"/>
              </a:rPr>
              <a:t> (IDE) :</a:t>
            </a:r>
            <a:r>
              <a:rPr lang="en-US" sz="2400">
                <a:latin typeface="Trebuchet MS"/>
              </a:rPr>
              <a:t> Eclipse, IntelliJ IDEA, NetBeans.</a:t>
            </a:r>
          </a:p>
          <a:p>
            <a:pPr algn="ctr"/>
            <a:endParaRPr lang="en-US"/>
          </a:p>
        </p:txBody>
      </p:sp>
    </p:spTree>
    <p:extLst>
      <p:ext uri="{BB962C8B-B14F-4D97-AF65-F5344CB8AC3E}">
        <p14:creationId xmlns:p14="http://schemas.microsoft.com/office/powerpoint/2010/main" val="1751652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PlaceHolder 1"/>
          <p:cNvSpPr>
            <a:spLocks noGrp="1"/>
          </p:cNvSpPr>
          <p:nvPr>
            <p:ph type="title"/>
          </p:nvPr>
        </p:nvSpPr>
        <p:spPr>
          <a:xfrm>
            <a:off x="755640" y="151920"/>
            <a:ext cx="8208720" cy="540360"/>
          </a:xfrm>
          <a:prstGeom prst="rect">
            <a:avLst/>
          </a:prstGeom>
          <a:noFill/>
          <a:ln w="0">
            <a:noFill/>
          </a:ln>
        </p:spPr>
        <p:txBody>
          <a:bodyPr numCol="1" spcCol="0" anchor="t">
            <a:noAutofit/>
          </a:bodyPr>
          <a:lstStyle/>
          <a:p>
            <a:pPr>
              <a:lnSpc>
                <a:spcPct val="100000"/>
              </a:lnSpc>
              <a:buNone/>
            </a:pPr>
            <a:r>
              <a:rPr lang="fr-CA" sz="2300" b="1" strike="noStrike" spc="-1">
                <a:solidFill>
                  <a:srgbClr val="FF0000"/>
                </a:solidFill>
                <a:latin typeface="Trebuchet MS"/>
                <a:ea typeface="ＭＳ Ｐゴシック"/>
              </a:rPr>
              <a:t>VIII. Écosystème JAVA</a:t>
            </a:r>
            <a:endParaRPr lang="fr-CA" sz="2300" b="0" strike="noStrike" spc="-1">
              <a:solidFill>
                <a:srgbClr val="000000"/>
              </a:solidFill>
              <a:latin typeface="Arial"/>
            </a:endParaRPr>
          </a:p>
        </p:txBody>
      </p:sp>
      <p:pic>
        <p:nvPicPr>
          <p:cNvPr id="332" name="Image 4"/>
          <p:cNvPicPr/>
          <p:nvPr/>
        </p:nvPicPr>
        <p:blipFill>
          <a:blip r:embed="rId3"/>
          <a:stretch/>
        </p:blipFill>
        <p:spPr>
          <a:xfrm>
            <a:off x="7668360" y="6307200"/>
            <a:ext cx="1295640" cy="514800"/>
          </a:xfrm>
          <a:prstGeom prst="rect">
            <a:avLst/>
          </a:prstGeom>
          <a:ln w="0">
            <a:noFill/>
          </a:ln>
        </p:spPr>
      </p:pic>
      <p:sp>
        <p:nvSpPr>
          <p:cNvPr id="333" name="TextBox 12"/>
          <p:cNvSpPr/>
          <p:nvPr/>
        </p:nvSpPr>
        <p:spPr>
          <a:xfrm>
            <a:off x="442080" y="803160"/>
            <a:ext cx="457668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800" b="1" strike="noStrike" spc="-1">
                <a:solidFill>
                  <a:srgbClr val="000000"/>
                </a:solidFill>
                <a:latin typeface="Arial"/>
                <a:ea typeface="Arial"/>
              </a:rPr>
              <a:t>Maven </a:t>
            </a:r>
            <a:endParaRPr lang="en-US" sz="1800" b="0" strike="noStrike" spc="-1">
              <a:latin typeface="Arial"/>
            </a:endParaRPr>
          </a:p>
        </p:txBody>
      </p:sp>
      <p:sp>
        <p:nvSpPr>
          <p:cNvPr id="334" name="TextBox 13"/>
          <p:cNvSpPr/>
          <p:nvPr/>
        </p:nvSpPr>
        <p:spPr>
          <a:xfrm>
            <a:off x="450720" y="1172520"/>
            <a:ext cx="824220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strike="noStrike" spc="-1">
                <a:solidFill>
                  <a:srgbClr val="000000"/>
                </a:solidFill>
                <a:latin typeface="Arial"/>
                <a:ea typeface="ＭＳ Ｐゴシック"/>
              </a:rPr>
              <a:t>Maven=outil de gestion de projet + automatise la compilation des tests, dependances </a:t>
            </a:r>
            <a:endParaRPr lang="en-US" sz="1800" b="0" strike="noStrike" spc="-1">
              <a:latin typeface="Arial"/>
            </a:endParaRPr>
          </a:p>
          <a:p>
            <a:pPr>
              <a:lnSpc>
                <a:spcPct val="100000"/>
              </a:lnSpc>
              <a:buNone/>
            </a:pPr>
            <a:endParaRPr lang="en-US" sz="1800" b="0" strike="noStrike" spc="-1">
              <a:latin typeface="Arial"/>
            </a:endParaRPr>
          </a:p>
        </p:txBody>
      </p:sp>
      <p:graphicFrame>
        <p:nvGraphicFramePr>
          <p:cNvPr id="335" name="Table 20"/>
          <p:cNvGraphicFramePr/>
          <p:nvPr>
            <p:extLst>
              <p:ext uri="{D42A27DB-BD31-4B8C-83A1-F6EECF244321}">
                <p14:modId xmlns:p14="http://schemas.microsoft.com/office/powerpoint/2010/main" val="3488515423"/>
              </p:ext>
            </p:extLst>
          </p:nvPr>
        </p:nvGraphicFramePr>
        <p:xfrm>
          <a:off x="870044" y="1782738"/>
          <a:ext cx="4411169" cy="5486400"/>
        </p:xfrm>
        <a:graphic>
          <a:graphicData uri="http://schemas.openxmlformats.org/drawingml/2006/table">
            <a:tbl>
              <a:tblPr/>
              <a:tblGrid>
                <a:gridCol w="4411169">
                  <a:extLst>
                    <a:ext uri="{9D8B030D-6E8A-4147-A177-3AD203B41FA5}">
                      <a16:colId xmlns:a16="http://schemas.microsoft.com/office/drawing/2014/main" val="20000"/>
                    </a:ext>
                  </a:extLst>
                </a:gridCol>
              </a:tblGrid>
              <a:tr h="323785">
                <a:tc>
                  <a:txBody>
                    <a:bodyPr/>
                    <a:lstStyle/>
                    <a:p>
                      <a:pPr>
                        <a:lnSpc>
                          <a:spcPct val="100000"/>
                        </a:lnSpc>
                        <a:buNone/>
                      </a:pPr>
                      <a:r>
                        <a:rPr lang="en-US" sz="1800" b="0" strike="noStrike" spc="-1" dirty="0" err="1">
                          <a:solidFill>
                            <a:srgbClr val="000000"/>
                          </a:solidFill>
                          <a:latin typeface="Trebuchet MS"/>
                          <a:ea typeface="ＭＳ Ｐゴシック"/>
                        </a:rPr>
                        <a:t>mon-projet</a:t>
                      </a:r>
                      <a:r>
                        <a:rPr lang="en-US" sz="1800" b="0" strike="noStrike" spc="-1" dirty="0">
                          <a:solidFill>
                            <a:srgbClr val="000000"/>
                          </a:solidFill>
                          <a:latin typeface="Trebuchet MS"/>
                          <a:ea typeface="ＭＳ Ｐゴシック"/>
                        </a:rPr>
                        <a:t>/</a:t>
                      </a:r>
                      <a:endParaRPr lang="en-US" sz="1800" b="0" strike="noStrike" spc="-1" dirty="0">
                        <a:latin typeface="Arial"/>
                      </a:endParaRPr>
                    </a:p>
                  </a:txBody>
                  <a:tcPr marL="126720" marR="12672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10000"/>
                  </a:ext>
                </a:extLst>
              </a:tr>
              <a:tr h="564742">
                <a:tc>
                  <a:txBody>
                    <a:bodyPr/>
                    <a:lstStyle/>
                    <a:p>
                      <a:pPr>
                        <a:lnSpc>
                          <a:spcPct val="100000"/>
                        </a:lnSpc>
                        <a:buNone/>
                      </a:pPr>
                      <a:r>
                        <a:rPr lang="fr-FR" sz="1800" b="0" strike="noStrike" spc="-1">
                          <a:solidFill>
                            <a:srgbClr val="000000"/>
                          </a:solidFill>
                          <a:latin typeface="Trebuchet MS"/>
                          <a:ea typeface="ＭＳ Ｐゴシック"/>
                        </a:rPr>
                        <a:t>├── pom.xml                    ← fichier de configuration Maven</a:t>
                      </a:r>
                      <a:endParaRPr lang="en-US" sz="1800" b="0" strike="noStrike" spc="-1">
                        <a:latin typeface="Arial"/>
                      </a:endParaRPr>
                    </a:p>
                  </a:txBody>
                  <a:tcPr marL="126720" marR="12672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10001"/>
                  </a:ext>
                </a:extLst>
              </a:tr>
              <a:tr h="323785">
                <a:tc>
                  <a:txBody>
                    <a:bodyPr/>
                    <a:lstStyle/>
                    <a:p>
                      <a:pPr>
                        <a:lnSpc>
                          <a:spcPct val="100000"/>
                        </a:lnSpc>
                        <a:buNone/>
                      </a:pPr>
                      <a:r>
                        <a:rPr lang="en-US" sz="1800" b="0" strike="noStrike" spc="-1" dirty="0">
                          <a:solidFill>
                            <a:srgbClr val="000000"/>
                          </a:solidFill>
                          <a:latin typeface="Trebuchet MS"/>
                          <a:ea typeface="ＭＳ Ｐゴシック"/>
                        </a:rPr>
                        <a:t>├── </a:t>
                      </a:r>
                      <a:r>
                        <a:rPr lang="en-US" sz="1800" b="0" strike="noStrike" spc="-1" dirty="0" err="1">
                          <a:solidFill>
                            <a:srgbClr val="000000"/>
                          </a:solidFill>
                          <a:latin typeface="Trebuchet MS"/>
                          <a:ea typeface="ＭＳ Ｐゴシック"/>
                        </a:rPr>
                        <a:t>src</a:t>
                      </a:r>
                      <a:r>
                        <a:rPr lang="en-US" sz="1800" b="0" strike="noStrike" spc="-1" dirty="0">
                          <a:solidFill>
                            <a:srgbClr val="000000"/>
                          </a:solidFill>
                          <a:latin typeface="Trebuchet MS"/>
                          <a:ea typeface="ＭＳ Ｐゴシック"/>
                        </a:rPr>
                        <a:t>/</a:t>
                      </a:r>
                      <a:endParaRPr lang="en-US" sz="1800" b="0" strike="noStrike" spc="-1" dirty="0">
                        <a:latin typeface="Arial"/>
                      </a:endParaRPr>
                    </a:p>
                  </a:txBody>
                  <a:tcPr marL="126720" marR="12672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10002"/>
                  </a:ext>
                </a:extLst>
              </a:tr>
              <a:tr h="323785">
                <a:tc>
                  <a:txBody>
                    <a:bodyPr/>
                    <a:lstStyle/>
                    <a:p>
                      <a:pPr>
                        <a:lnSpc>
                          <a:spcPct val="100000"/>
                        </a:lnSpc>
                        <a:buNone/>
                      </a:pPr>
                      <a:r>
                        <a:rPr lang="en-US" sz="1800" b="0" strike="noStrike" spc="-1">
                          <a:solidFill>
                            <a:srgbClr val="000000"/>
                          </a:solidFill>
                          <a:latin typeface="Trebuchet MS"/>
                          <a:ea typeface="ＭＳ Ｐゴシック"/>
                        </a:rPr>
                        <a:t>│   ├── main/</a:t>
                      </a:r>
                      <a:endParaRPr lang="en-US" sz="1800" b="0" strike="noStrike" spc="-1">
                        <a:latin typeface="Arial"/>
                      </a:endParaRPr>
                    </a:p>
                  </a:txBody>
                  <a:tcPr marL="126720" marR="12672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10003"/>
                  </a:ext>
                </a:extLst>
              </a:tr>
              <a:tr h="323785">
                <a:tc>
                  <a:txBody>
                    <a:bodyPr/>
                    <a:lstStyle/>
                    <a:p>
                      <a:pPr>
                        <a:lnSpc>
                          <a:spcPct val="100000"/>
                        </a:lnSpc>
                        <a:buNone/>
                      </a:pPr>
                      <a:r>
                        <a:rPr lang="en-US" sz="1800" b="0" strike="noStrike" spc="-1">
                          <a:solidFill>
                            <a:srgbClr val="000000"/>
                          </a:solidFill>
                          <a:latin typeface="Trebuchet MS"/>
                          <a:ea typeface="ＭＳ Ｐゴシック"/>
                        </a:rPr>
                        <a:t>│   │   └── java/</a:t>
                      </a:r>
                      <a:endParaRPr lang="en-US" sz="1800" b="0" strike="noStrike" spc="-1">
                        <a:latin typeface="Arial"/>
                      </a:endParaRPr>
                    </a:p>
                  </a:txBody>
                  <a:tcPr marL="126720" marR="12672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10004"/>
                  </a:ext>
                </a:extLst>
              </a:tr>
              <a:tr h="564742">
                <a:tc>
                  <a:txBody>
                    <a:bodyPr/>
                    <a:lstStyle/>
                    <a:p>
                      <a:pPr>
                        <a:lnSpc>
                          <a:spcPct val="100000"/>
                        </a:lnSpc>
                        <a:buNone/>
                      </a:pPr>
                      <a:r>
                        <a:rPr lang="fr-FR" sz="1800" b="0" strike="noStrike" spc="-1" dirty="0">
                          <a:solidFill>
                            <a:srgbClr val="000000"/>
                          </a:solidFill>
                          <a:latin typeface="Trebuchet MS"/>
                          <a:ea typeface="ＭＳ Ｐゴシック"/>
                        </a:rPr>
                        <a:t>│   │       └── com/</a:t>
                      </a:r>
                      <a:r>
                        <a:rPr lang="fr-FR" sz="1800" b="0" strike="noStrike" spc="-1" dirty="0" err="1">
                          <a:solidFill>
                            <a:srgbClr val="000000"/>
                          </a:solidFill>
                          <a:latin typeface="Trebuchet MS"/>
                          <a:ea typeface="ＭＳ Ｐゴシック"/>
                        </a:rPr>
                        <a:t>monapp</a:t>
                      </a:r>
                      <a:r>
                        <a:rPr lang="fr-FR" sz="1800" b="0" strike="noStrike" spc="-1" dirty="0">
                          <a:solidFill>
                            <a:srgbClr val="000000"/>
                          </a:solidFill>
                          <a:latin typeface="Trebuchet MS"/>
                          <a:ea typeface="ＭＳ Ｐゴシック"/>
                        </a:rPr>
                        <a:t>/    ← ton code source</a:t>
                      </a:r>
                      <a:endParaRPr lang="en-US" sz="1800" b="0" strike="noStrike" spc="-1" dirty="0">
                        <a:latin typeface="Arial"/>
                      </a:endParaRPr>
                    </a:p>
                  </a:txBody>
                  <a:tcPr marL="126720" marR="12672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10005"/>
                  </a:ext>
                </a:extLst>
              </a:tr>
              <a:tr h="323785">
                <a:tc>
                  <a:txBody>
                    <a:bodyPr/>
                    <a:lstStyle/>
                    <a:p>
                      <a:pPr>
                        <a:lnSpc>
                          <a:spcPct val="100000"/>
                        </a:lnSpc>
                        <a:buNone/>
                      </a:pPr>
                      <a:r>
                        <a:rPr lang="en-US" sz="1800" b="0" strike="noStrike" spc="-1">
                          <a:solidFill>
                            <a:srgbClr val="000000"/>
                          </a:solidFill>
                          <a:latin typeface="Trebuchet MS"/>
                          <a:ea typeface="ＭＳ Ｐゴシック"/>
                        </a:rPr>
                        <a:t>│   └── test/</a:t>
                      </a:r>
                      <a:endParaRPr lang="en-US" sz="1800" b="0" strike="noStrike" spc="-1">
                        <a:latin typeface="Arial"/>
                      </a:endParaRPr>
                    </a:p>
                  </a:txBody>
                  <a:tcPr marL="126720" marR="12672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10006"/>
                  </a:ext>
                </a:extLst>
              </a:tr>
              <a:tr h="323785">
                <a:tc>
                  <a:txBody>
                    <a:bodyPr/>
                    <a:lstStyle/>
                    <a:p>
                      <a:pPr>
                        <a:lnSpc>
                          <a:spcPct val="100000"/>
                        </a:lnSpc>
                        <a:buNone/>
                      </a:pPr>
                      <a:r>
                        <a:rPr lang="en-US" sz="1800" b="0" strike="noStrike" spc="-1">
                          <a:solidFill>
                            <a:srgbClr val="000000"/>
                          </a:solidFill>
                          <a:latin typeface="Trebuchet MS"/>
                          <a:ea typeface="ＭＳ Ｐゴシック"/>
                        </a:rPr>
                        <a:t>│       └── java/</a:t>
                      </a:r>
                      <a:endParaRPr lang="en-US" sz="1800" b="0" strike="noStrike" spc="-1">
                        <a:latin typeface="Arial"/>
                      </a:endParaRPr>
                    </a:p>
                  </a:txBody>
                  <a:tcPr marL="126720" marR="12672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10007"/>
                  </a:ext>
                </a:extLst>
              </a:tr>
              <a:tr h="564742">
                <a:tc>
                  <a:txBody>
                    <a:bodyPr/>
                    <a:lstStyle/>
                    <a:p>
                      <a:pPr>
                        <a:lnSpc>
                          <a:spcPct val="100000"/>
                        </a:lnSpc>
                        <a:buNone/>
                      </a:pPr>
                      <a:r>
                        <a:rPr lang="en-US" sz="1800" b="0" strike="noStrike" spc="-1" dirty="0">
                          <a:solidFill>
                            <a:srgbClr val="000000"/>
                          </a:solidFill>
                          <a:latin typeface="Trebuchet MS"/>
                          <a:ea typeface="ＭＳ Ｐゴシック"/>
                        </a:rPr>
                        <a:t>│           └── com/</a:t>
                      </a:r>
                      <a:r>
                        <a:rPr lang="en-US" sz="1800" b="0" strike="noStrike" spc="-1" dirty="0" err="1">
                          <a:solidFill>
                            <a:srgbClr val="000000"/>
                          </a:solidFill>
                          <a:latin typeface="Trebuchet MS"/>
                          <a:ea typeface="ＭＳ Ｐゴシック"/>
                        </a:rPr>
                        <a:t>monapp</a:t>
                      </a:r>
                      <a:r>
                        <a:rPr lang="en-US" sz="1800" b="0" strike="noStrike" spc="-1" dirty="0">
                          <a:solidFill>
                            <a:srgbClr val="000000"/>
                          </a:solidFill>
                          <a:latin typeface="Trebuchet MS"/>
                          <a:ea typeface="ＭＳ Ｐゴシック"/>
                        </a:rPr>
                        <a:t>/   ← </a:t>
                      </a:r>
                      <a:r>
                        <a:rPr lang="en-US" sz="1800" b="0" strike="noStrike" spc="-1" dirty="0" err="1">
                          <a:solidFill>
                            <a:srgbClr val="000000"/>
                          </a:solidFill>
                          <a:latin typeface="Trebuchet MS"/>
                          <a:ea typeface="ＭＳ Ｐゴシック"/>
                        </a:rPr>
                        <a:t>tes</a:t>
                      </a:r>
                      <a:r>
                        <a:rPr lang="en-US" sz="1800" b="0" strike="noStrike" spc="-1" dirty="0">
                          <a:solidFill>
                            <a:srgbClr val="000000"/>
                          </a:solidFill>
                          <a:latin typeface="Trebuchet MS"/>
                          <a:ea typeface="ＭＳ Ｐゴシック"/>
                        </a:rPr>
                        <a:t> tests</a:t>
                      </a:r>
                      <a:endParaRPr lang="en-US" sz="1800" b="0" strike="noStrike" spc="-1" dirty="0">
                        <a:latin typeface="Arial"/>
                      </a:endParaRPr>
                    </a:p>
                  </a:txBody>
                  <a:tcPr marL="126720" marR="12672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10008"/>
                  </a:ext>
                </a:extLst>
              </a:tr>
              <a:tr h="564742">
                <a:tc>
                  <a:txBody>
                    <a:bodyPr/>
                    <a:lstStyle/>
                    <a:p>
                      <a:pPr>
                        <a:lnSpc>
                          <a:spcPct val="100000"/>
                        </a:lnSpc>
                        <a:buNone/>
                      </a:pPr>
                      <a:r>
                        <a:rPr lang="fr-FR" sz="1800" b="0" strike="noStrike" spc="-1" dirty="0">
                          <a:solidFill>
                            <a:srgbClr val="000000"/>
                          </a:solidFill>
                          <a:latin typeface="Trebuchet MS"/>
                          <a:ea typeface="ＭＳ Ｐゴシック"/>
                        </a:rPr>
                        <a:t>└── </a:t>
                      </a:r>
                      <a:r>
                        <a:rPr lang="fr-FR" sz="1800" b="0" strike="noStrike" spc="-1" dirty="0" err="1">
                          <a:solidFill>
                            <a:srgbClr val="000000"/>
                          </a:solidFill>
                          <a:latin typeface="Trebuchet MS"/>
                          <a:ea typeface="ＭＳ Ｐゴシック"/>
                        </a:rPr>
                        <a:t>target</a:t>
                      </a:r>
                      <a:r>
                        <a:rPr lang="fr-FR" sz="1800" b="0" strike="noStrike" spc="-1" dirty="0">
                          <a:solidFill>
                            <a:srgbClr val="000000"/>
                          </a:solidFill>
                          <a:latin typeface="Trebuchet MS"/>
                          <a:ea typeface="ＭＳ Ｐゴシック"/>
                        </a:rPr>
                        <a:t>/                    ← fichiers compilés (généré par Maven)</a:t>
                      </a:r>
                      <a:endParaRPr lang="en-US" sz="1800" b="0" strike="noStrike" spc="-1" dirty="0">
                        <a:latin typeface="Arial"/>
                      </a:endParaRPr>
                    </a:p>
                  </a:txBody>
                  <a:tcPr marL="126720" marR="126720">
                    <a:lnL w="12240">
                      <a:solidFill>
                        <a:srgbClr val="FFFFFF"/>
                      </a:solidFill>
                    </a:lnL>
                    <a:lnR w="12240">
                      <a:solidFill>
                        <a:srgbClr val="FFFFFF"/>
                      </a:solidFill>
                    </a:lnR>
                    <a:lnT w="12240">
                      <a:solidFill>
                        <a:srgbClr val="FFFFFF"/>
                      </a:solidFill>
                    </a:lnT>
                    <a:lnB w="12240" cap="flat" cmpd="sng" algn="ctr">
                      <a:solidFill>
                        <a:srgbClr val="FFFFFF"/>
                      </a:solidFill>
                      <a:prstDash val="solid"/>
                      <a:round/>
                      <a:headEnd type="none" w="med" len="med"/>
                      <a:tailEnd type="none" w="med" len="med"/>
                    </a:lnB>
                    <a:solidFill>
                      <a:srgbClr val="F3F9F9"/>
                    </a:solidFill>
                  </a:tcPr>
                </a:tc>
                <a:extLst>
                  <a:ext uri="{0D108BD9-81ED-4DB2-BD59-A6C34878D82A}">
                    <a16:rowId xmlns:a16="http://schemas.microsoft.com/office/drawing/2014/main" val="10009"/>
                  </a:ext>
                </a:extLst>
              </a:tr>
              <a:tr h="338845">
                <a:tc>
                  <a:txBody>
                    <a:bodyPr/>
                    <a:lstStyle/>
                    <a:p>
                      <a:pPr lvl="0">
                        <a:lnSpc>
                          <a:spcPct val="100000"/>
                        </a:lnSpc>
                        <a:buNone/>
                      </a:pPr>
                      <a:endParaRPr lang="fr-FR" sz="1800" b="0" strike="noStrike" spc="-1" dirty="0">
                        <a:solidFill>
                          <a:srgbClr val="000000"/>
                        </a:solidFill>
                        <a:latin typeface="Trebuchet MS"/>
                        <a:ea typeface="ＭＳ Ｐゴシック"/>
                      </a:endParaRPr>
                    </a:p>
                  </a:txBody>
                  <a:tcPr marL="126720" marR="12672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478162472"/>
                  </a:ext>
                </a:extLst>
              </a:tr>
              <a:tr h="338845">
                <a:tc>
                  <a:txBody>
                    <a:bodyPr/>
                    <a:lstStyle/>
                    <a:p>
                      <a:pPr lvl="0">
                        <a:lnSpc>
                          <a:spcPct val="100000"/>
                        </a:lnSpc>
                        <a:buNone/>
                      </a:pPr>
                      <a:endParaRPr lang="fr-FR" sz="1800" b="0" strike="noStrike" spc="-1" dirty="0">
                        <a:solidFill>
                          <a:srgbClr val="000000"/>
                        </a:solidFill>
                        <a:latin typeface="Trebuchet MS"/>
                        <a:ea typeface="ＭＳ Ｐゴシック"/>
                      </a:endParaRPr>
                    </a:p>
                  </a:txBody>
                  <a:tcPr marL="126720" marR="12672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3548256429"/>
                  </a:ext>
                </a:extLst>
              </a:tr>
            </a:tbl>
          </a:graphicData>
        </a:graphic>
      </p:graphicFrame>
      <p:graphicFrame>
        <p:nvGraphicFramePr>
          <p:cNvPr id="337" name="Table 22"/>
          <p:cNvGraphicFramePr/>
          <p:nvPr/>
        </p:nvGraphicFramePr>
        <p:xfrm>
          <a:off x="5564880" y="1965600"/>
          <a:ext cx="3365280" cy="4329720"/>
        </p:xfrm>
        <a:graphic>
          <a:graphicData uri="http://schemas.openxmlformats.org/drawingml/2006/table">
            <a:tbl>
              <a:tblPr/>
              <a:tblGrid>
                <a:gridCol w="1815120">
                  <a:extLst>
                    <a:ext uri="{9D8B030D-6E8A-4147-A177-3AD203B41FA5}">
                      <a16:colId xmlns:a16="http://schemas.microsoft.com/office/drawing/2014/main" val="20000"/>
                    </a:ext>
                  </a:extLst>
                </a:gridCol>
                <a:gridCol w="1550160">
                  <a:extLst>
                    <a:ext uri="{9D8B030D-6E8A-4147-A177-3AD203B41FA5}">
                      <a16:colId xmlns:a16="http://schemas.microsoft.com/office/drawing/2014/main" val="20001"/>
                    </a:ext>
                  </a:extLst>
                </a:gridCol>
              </a:tblGrid>
              <a:tr h="492840">
                <a:tc>
                  <a:txBody>
                    <a:bodyPr/>
                    <a:lstStyle/>
                    <a:p>
                      <a:pPr algn="ctr">
                        <a:lnSpc>
                          <a:spcPct val="100000"/>
                        </a:lnSpc>
                        <a:buNone/>
                      </a:pPr>
                      <a:r>
                        <a:rPr lang="en-US" sz="1400" b="1" strike="noStrike" spc="-1">
                          <a:solidFill>
                            <a:srgbClr val="000000"/>
                          </a:solidFill>
                          <a:latin typeface="Trebuchet MS"/>
                          <a:ea typeface="ＭＳ Ｐゴシック"/>
                        </a:rPr>
                        <a:t>Commande</a:t>
                      </a:r>
                      <a:endParaRPr lang="en-US" sz="1400" b="0" strike="noStrike" spc="-1">
                        <a:latin typeface="Arial"/>
                      </a:endParaRPr>
                    </a:p>
                  </a:txBody>
                  <a:tcPr marL="75960" marR="7596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tc>
                  <a:txBody>
                    <a:bodyPr/>
                    <a:lstStyle/>
                    <a:p>
                      <a:pPr algn="ctr">
                        <a:lnSpc>
                          <a:spcPct val="100000"/>
                        </a:lnSpc>
                        <a:buNone/>
                      </a:pPr>
                      <a:r>
                        <a:rPr lang="en-US" sz="1400" b="1" strike="noStrike" spc="-1">
                          <a:solidFill>
                            <a:srgbClr val="000000"/>
                          </a:solidFill>
                          <a:latin typeface="Trebuchet MS"/>
                          <a:ea typeface="ＭＳ Ｐゴシック"/>
                        </a:rPr>
                        <a:t>Action</a:t>
                      </a:r>
                      <a:endParaRPr lang="en-US" sz="1400" b="0" strike="noStrike" spc="-1">
                        <a:latin typeface="Arial"/>
                      </a:endParaRPr>
                    </a:p>
                  </a:txBody>
                  <a:tcPr marL="75960" marR="7596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10000"/>
                  </a:ext>
                </a:extLst>
              </a:tr>
              <a:tr h="562320">
                <a:tc>
                  <a:txBody>
                    <a:bodyPr/>
                    <a:lstStyle/>
                    <a:p>
                      <a:pPr>
                        <a:lnSpc>
                          <a:spcPct val="100000"/>
                        </a:lnSpc>
                        <a:buNone/>
                      </a:pPr>
                      <a:r>
                        <a:rPr lang="en-US" sz="1400" b="1" strike="noStrike" spc="-1">
                          <a:solidFill>
                            <a:srgbClr val="000000"/>
                          </a:solidFill>
                          <a:latin typeface="Trebuchet MS"/>
                          <a:ea typeface="ＭＳ Ｐゴシック"/>
                        </a:rPr>
                        <a:t>mvn compile</a:t>
                      </a:r>
                      <a:endParaRPr lang="en-US" sz="1400" b="0" strike="noStrike" spc="-1">
                        <a:latin typeface="Arial"/>
                      </a:endParaRPr>
                    </a:p>
                  </a:txBody>
                  <a:tcPr marL="75960" marR="7596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tc>
                  <a:txBody>
                    <a:bodyPr/>
                    <a:lstStyle/>
                    <a:p>
                      <a:pPr>
                        <a:lnSpc>
                          <a:spcPct val="100000"/>
                        </a:lnSpc>
                        <a:buNone/>
                      </a:pPr>
                      <a:r>
                        <a:rPr lang="en-US" sz="1400" b="1" strike="noStrike" spc="-1">
                          <a:solidFill>
                            <a:srgbClr val="000000"/>
                          </a:solidFill>
                          <a:latin typeface="Trebuchet MS"/>
                          <a:ea typeface="ＭＳ Ｐゴシック"/>
                        </a:rPr>
                        <a:t>Compile le code source</a:t>
                      </a:r>
                      <a:endParaRPr lang="en-US" sz="1400" b="0" strike="noStrike" spc="-1">
                        <a:latin typeface="Arial"/>
                      </a:endParaRPr>
                    </a:p>
                  </a:txBody>
                  <a:tcPr marL="75960" marR="7596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10001"/>
                  </a:ext>
                </a:extLst>
              </a:tr>
              <a:tr h="741240">
                <a:tc>
                  <a:txBody>
                    <a:bodyPr/>
                    <a:lstStyle/>
                    <a:p>
                      <a:pPr>
                        <a:lnSpc>
                          <a:spcPct val="100000"/>
                        </a:lnSpc>
                        <a:buNone/>
                      </a:pPr>
                      <a:r>
                        <a:rPr lang="en-US" sz="1400" b="1" strike="noStrike" spc="-1">
                          <a:solidFill>
                            <a:srgbClr val="000000"/>
                          </a:solidFill>
                          <a:latin typeface="Trebuchet MS"/>
                          <a:ea typeface="ＭＳ Ｐゴシック"/>
                        </a:rPr>
                        <a:t>mvn test</a:t>
                      </a:r>
                      <a:endParaRPr lang="en-US" sz="1400" b="0" strike="noStrike" spc="-1">
                        <a:latin typeface="Arial"/>
                      </a:endParaRPr>
                    </a:p>
                  </a:txBody>
                  <a:tcPr marL="75960" marR="7596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tc>
                  <a:txBody>
                    <a:bodyPr/>
                    <a:lstStyle/>
                    <a:p>
                      <a:pPr>
                        <a:lnSpc>
                          <a:spcPct val="100000"/>
                        </a:lnSpc>
                        <a:buNone/>
                      </a:pPr>
                      <a:r>
                        <a:rPr lang="fr-FR" sz="1400" b="1" strike="noStrike" spc="-1">
                          <a:solidFill>
                            <a:srgbClr val="000000"/>
                          </a:solidFill>
                          <a:latin typeface="Trebuchet MS"/>
                          <a:ea typeface="ＭＳ Ｐゴシック"/>
                        </a:rPr>
                        <a:t>Lance tous les tests unitaires</a:t>
                      </a:r>
                      <a:endParaRPr lang="en-US" sz="1400" b="0" strike="noStrike" spc="-1">
                        <a:latin typeface="Arial"/>
                      </a:endParaRPr>
                    </a:p>
                  </a:txBody>
                  <a:tcPr marL="75960" marR="7596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10002"/>
                  </a:ext>
                </a:extLst>
              </a:tr>
              <a:tr h="789480">
                <a:tc>
                  <a:txBody>
                    <a:bodyPr/>
                    <a:lstStyle/>
                    <a:p>
                      <a:pPr>
                        <a:lnSpc>
                          <a:spcPct val="100000"/>
                        </a:lnSpc>
                        <a:buNone/>
                      </a:pPr>
                      <a:r>
                        <a:rPr lang="en-US" sz="1400" b="1" strike="noStrike" spc="-1">
                          <a:solidFill>
                            <a:srgbClr val="000000"/>
                          </a:solidFill>
                          <a:latin typeface="Trebuchet MS"/>
                          <a:ea typeface="ＭＳ Ｐゴシック"/>
                        </a:rPr>
                        <a:t>mvn package</a:t>
                      </a:r>
                      <a:endParaRPr lang="en-US" sz="1400" b="0" strike="noStrike" spc="-1">
                        <a:latin typeface="Arial"/>
                      </a:endParaRPr>
                    </a:p>
                  </a:txBody>
                  <a:tcPr marL="75960" marR="7596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tc>
                  <a:txBody>
                    <a:bodyPr/>
                    <a:lstStyle/>
                    <a:p>
                      <a:pPr>
                        <a:lnSpc>
                          <a:spcPct val="100000"/>
                        </a:lnSpc>
                        <a:buNone/>
                      </a:pPr>
                      <a:r>
                        <a:rPr lang="fr-FR" sz="1400" b="1" strike="noStrike" spc="-1">
                          <a:solidFill>
                            <a:srgbClr val="000000"/>
                          </a:solidFill>
                          <a:latin typeface="Trebuchet MS"/>
                          <a:ea typeface="ＭＳ Ｐゴシック"/>
                        </a:rPr>
                        <a:t>Crée le fichier .jar de l'application</a:t>
                      </a:r>
                      <a:endParaRPr lang="en-US" sz="1400" b="0" strike="noStrike" spc="-1">
                        <a:latin typeface="Arial"/>
                      </a:endParaRPr>
                    </a:p>
                  </a:txBody>
                  <a:tcPr marL="75960" marR="7596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10003"/>
                  </a:ext>
                </a:extLst>
              </a:tr>
              <a:tr h="789480">
                <a:tc>
                  <a:txBody>
                    <a:bodyPr/>
                    <a:lstStyle/>
                    <a:p>
                      <a:pPr>
                        <a:lnSpc>
                          <a:spcPct val="100000"/>
                        </a:lnSpc>
                        <a:buNone/>
                      </a:pPr>
                      <a:r>
                        <a:rPr lang="en-US" sz="1400" b="1" strike="noStrike" spc="-1">
                          <a:solidFill>
                            <a:srgbClr val="000000"/>
                          </a:solidFill>
                          <a:latin typeface="Trebuchet MS"/>
                          <a:ea typeface="ＭＳ Ｐゴシック"/>
                        </a:rPr>
                        <a:t>mvn clean</a:t>
                      </a:r>
                      <a:endParaRPr lang="en-US" sz="1400" b="0" strike="noStrike" spc="-1">
                        <a:latin typeface="Arial"/>
                      </a:endParaRPr>
                    </a:p>
                  </a:txBody>
                  <a:tcPr marL="75960" marR="7596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tc>
                  <a:txBody>
                    <a:bodyPr/>
                    <a:lstStyle/>
                    <a:p>
                      <a:pPr>
                        <a:lnSpc>
                          <a:spcPct val="100000"/>
                        </a:lnSpc>
                        <a:buNone/>
                      </a:pPr>
                      <a:r>
                        <a:rPr lang="en-US" sz="1400" b="1" strike="noStrike" spc="-1">
                          <a:solidFill>
                            <a:srgbClr val="000000"/>
                          </a:solidFill>
                          <a:latin typeface="Trebuchet MS"/>
                          <a:ea typeface="ＭＳ Ｐゴシック"/>
                        </a:rPr>
                        <a:t>Supprime les fichiers compilés</a:t>
                      </a:r>
                      <a:endParaRPr lang="en-US" sz="1400" b="0" strike="noStrike" spc="-1">
                        <a:latin typeface="Arial"/>
                      </a:endParaRPr>
                    </a:p>
                  </a:txBody>
                  <a:tcPr marL="75960" marR="7596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10004"/>
                  </a:ext>
                </a:extLst>
              </a:tr>
              <a:tr h="954360">
                <a:tc>
                  <a:txBody>
                    <a:bodyPr/>
                    <a:lstStyle/>
                    <a:p>
                      <a:pPr>
                        <a:lnSpc>
                          <a:spcPct val="100000"/>
                        </a:lnSpc>
                        <a:buNone/>
                      </a:pPr>
                      <a:r>
                        <a:rPr lang="en-US" sz="1400" b="1" strike="noStrike" spc="-1">
                          <a:solidFill>
                            <a:srgbClr val="000000"/>
                          </a:solidFill>
                          <a:latin typeface="Trebuchet MS"/>
                          <a:ea typeface="ＭＳ Ｐゴシック"/>
                        </a:rPr>
                        <a:t>mvn clean install</a:t>
                      </a:r>
                      <a:endParaRPr lang="en-US" sz="1400" b="0" strike="noStrike" spc="-1">
                        <a:latin typeface="Arial"/>
                      </a:endParaRPr>
                    </a:p>
                  </a:txBody>
                  <a:tcPr marL="75960" marR="7596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tc>
                  <a:txBody>
                    <a:bodyPr/>
                    <a:lstStyle/>
                    <a:p>
                      <a:pPr>
                        <a:lnSpc>
                          <a:spcPct val="100000"/>
                        </a:lnSpc>
                        <a:buNone/>
                      </a:pPr>
                      <a:r>
                        <a:rPr lang="fr-FR" sz="1400" b="1" strike="noStrike" spc="-1">
                          <a:solidFill>
                            <a:srgbClr val="000000"/>
                          </a:solidFill>
                          <a:latin typeface="Trebuchet MS"/>
                          <a:ea typeface="ＭＳ Ｐゴシック"/>
                        </a:rPr>
                        <a:t>Nettoie, compile, teste et installe</a:t>
                      </a:r>
                      <a:endParaRPr lang="en-US" sz="1400" b="0" strike="noStrike" spc="-1">
                        <a:latin typeface="Arial"/>
                      </a:endParaRPr>
                    </a:p>
                  </a:txBody>
                  <a:tcPr marL="75960" marR="75960">
                    <a:lnL w="12240">
                      <a:solidFill>
                        <a:srgbClr val="FFFFFF"/>
                      </a:solidFill>
                    </a:lnL>
                    <a:lnR w="12240">
                      <a:solidFill>
                        <a:srgbClr val="FFFFFF"/>
                      </a:solidFill>
                    </a:lnR>
                    <a:lnT w="12240">
                      <a:solidFill>
                        <a:srgbClr val="FFFFFF"/>
                      </a:solidFill>
                    </a:lnT>
                    <a:lnB w="12240">
                      <a:solidFill>
                        <a:srgbClr val="FFFFFF"/>
                      </a:solidFill>
                    </a:lnB>
                    <a:solidFill>
                      <a:srgbClr val="F3F9F9"/>
                    </a:soli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684360" y="99000"/>
            <a:ext cx="8064000" cy="665280"/>
          </a:xfrm>
          <a:prstGeom prst="rect">
            <a:avLst/>
          </a:prstGeom>
          <a:noFill/>
          <a:ln w="0">
            <a:noFill/>
          </a:ln>
        </p:spPr>
        <p:txBody>
          <a:bodyPr numCol="1" spcCol="0" anchor="ctr">
            <a:noAutofit/>
          </a:bodyPr>
          <a:lstStyle/>
          <a:p>
            <a:endParaRPr lang="fr-CA" sz="3600" b="0" strike="noStrike" spc="-1">
              <a:solidFill>
                <a:srgbClr val="000000"/>
              </a:solidFill>
              <a:latin typeface="Arial"/>
            </a:endParaRPr>
          </a:p>
        </p:txBody>
      </p:sp>
      <p:sp>
        <p:nvSpPr>
          <p:cNvPr id="339" name="ZoneTexte 5"/>
          <p:cNvSpPr/>
          <p:nvPr/>
        </p:nvSpPr>
        <p:spPr>
          <a:xfrm>
            <a:off x="2333880" y="2781000"/>
            <a:ext cx="4446720" cy="1552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scene3d>
              <a:camera prst="orthographicFront"/>
              <a:lightRig rig="glow" dir="tl">
                <a:rot lat="0" lon="0" rev="5400000"/>
              </a:lightRig>
            </a:scene3d>
            <a:sp3d contourW="12700">
              <a:bevelT w="25400" h="25400"/>
              <a:contourClr>
                <a:schemeClr val="accent6"/>
              </a:contourClr>
            </a:sp3d>
          </a:bodyPr>
          <a:lstStyle/>
          <a:p>
            <a:pPr>
              <a:lnSpc>
                <a:spcPct val="100000"/>
              </a:lnSpc>
              <a:buNone/>
            </a:pPr>
            <a:r>
              <a:rPr lang="fr-CA" sz="9600" b="1" strike="noStrike" spc="-1">
                <a:solidFill>
                  <a:srgbClr val="000000"/>
                </a:solidFill>
                <a:latin typeface="Arial"/>
                <a:ea typeface="ＭＳ Ｐゴシック"/>
              </a:rPr>
              <a:t>Merci !</a:t>
            </a:r>
            <a:r>
              <a:rPr lang="fr-CA" sz="9600" b="1" strike="noStrike" spc="-1">
                <a:solidFill>
                  <a:srgbClr val="808080"/>
                </a:solidFill>
                <a:latin typeface="Arial"/>
                <a:ea typeface="ＭＳ Ｐゴシック"/>
              </a:rPr>
              <a:t> </a:t>
            </a:r>
            <a:endParaRPr lang="en-US" sz="9600" b="0" strike="noStrike" spc="-1">
              <a:latin typeface="Arial"/>
            </a:endParaRPr>
          </a:p>
        </p:txBody>
      </p:sp>
      <p:pic>
        <p:nvPicPr>
          <p:cNvPr id="340" name="Image 4"/>
          <p:cNvPicPr/>
          <p:nvPr/>
        </p:nvPicPr>
        <p:blipFill>
          <a:blip r:embed="rId2"/>
          <a:stretch/>
        </p:blipFill>
        <p:spPr>
          <a:xfrm>
            <a:off x="7668360" y="6307200"/>
            <a:ext cx="1295640" cy="514800"/>
          </a:xfrm>
          <a:prstGeom prst="rect">
            <a:avLst/>
          </a:prstGeom>
          <a:ln w="0">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PlaceHolder 1"/>
          <p:cNvSpPr>
            <a:spLocks noGrp="1"/>
          </p:cNvSpPr>
          <p:nvPr>
            <p:ph type="title"/>
          </p:nvPr>
        </p:nvSpPr>
        <p:spPr>
          <a:xfrm>
            <a:off x="684360" y="44640"/>
            <a:ext cx="8208720" cy="837000"/>
          </a:xfrm>
          <a:prstGeom prst="rect">
            <a:avLst/>
          </a:prstGeom>
          <a:noFill/>
          <a:ln w="0">
            <a:noFill/>
          </a:ln>
        </p:spPr>
        <p:txBody>
          <a:bodyPr numCol="1" spcCol="0" anchor="ctr">
            <a:noAutofit/>
          </a:bodyPr>
          <a:lstStyle/>
          <a:p>
            <a:pPr>
              <a:lnSpc>
                <a:spcPct val="100000"/>
              </a:lnSpc>
              <a:buNone/>
            </a:pPr>
            <a:r>
              <a:rPr lang="fr-CA" sz="3600" b="1" strike="noStrike" spc="-1">
                <a:solidFill>
                  <a:srgbClr val="C00000"/>
                </a:solidFill>
                <a:latin typeface="Arial"/>
                <a:ea typeface="ＭＳ Ｐゴシック"/>
              </a:rPr>
              <a:t>Questions …</a:t>
            </a:r>
            <a:endParaRPr lang="fr-CA" sz="3600" b="0" strike="noStrike" spc="-1">
              <a:solidFill>
                <a:srgbClr val="000000"/>
              </a:solidFill>
              <a:latin typeface="Arial"/>
            </a:endParaRPr>
          </a:p>
        </p:txBody>
      </p:sp>
      <p:sp>
        <p:nvSpPr>
          <p:cNvPr id="342" name="ZoneTexte 5"/>
          <p:cNvSpPr/>
          <p:nvPr/>
        </p:nvSpPr>
        <p:spPr>
          <a:xfrm>
            <a:off x="2627640" y="2709000"/>
            <a:ext cx="3456000" cy="127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fr-FR" sz="6000" b="1" strike="noStrike" spc="-1">
                <a:solidFill>
                  <a:srgbClr val="FFFFFF"/>
                </a:solidFill>
                <a:latin typeface="Arial"/>
                <a:ea typeface="ＭＳ Ｐゴシック"/>
              </a:rPr>
              <a:t>Q&amp;A</a:t>
            </a:r>
            <a:endParaRPr lang="en-US" sz="6000" b="0" strike="noStrike" spc="-1">
              <a:latin typeface="Arial"/>
            </a:endParaRPr>
          </a:p>
          <a:p>
            <a:pPr algn="ctr">
              <a:lnSpc>
                <a:spcPct val="100000"/>
              </a:lnSpc>
              <a:buNone/>
            </a:pPr>
            <a:r>
              <a:rPr lang="fr-FR" sz="1800" b="1" strike="noStrike" spc="-1">
                <a:solidFill>
                  <a:srgbClr val="FFFFFF"/>
                </a:solidFill>
                <a:latin typeface="Arial"/>
                <a:ea typeface="ＭＳ Ｐゴシック"/>
              </a:rPr>
              <a:t>www.osositechnologies.com</a:t>
            </a:r>
            <a:endParaRPr lang="en-US" sz="1800" b="0" strike="noStrike" spc="-1">
              <a:latin typeface="Arial"/>
            </a:endParaRPr>
          </a:p>
        </p:txBody>
      </p:sp>
      <p:pic>
        <p:nvPicPr>
          <p:cNvPr id="343" name="Picture 2"/>
          <p:cNvPicPr/>
          <p:nvPr/>
        </p:nvPicPr>
        <p:blipFill>
          <a:blip r:embed="rId2"/>
          <a:stretch/>
        </p:blipFill>
        <p:spPr>
          <a:xfrm>
            <a:off x="90360" y="2119320"/>
            <a:ext cx="8962560" cy="2619000"/>
          </a:xfrm>
          <a:prstGeom prst="rect">
            <a:avLst/>
          </a:prstGeom>
          <a:ln w="0">
            <a:noFill/>
          </a:ln>
        </p:spPr>
      </p:pic>
      <p:sp>
        <p:nvSpPr>
          <p:cNvPr id="344" name="ZoneTexte 1"/>
          <p:cNvSpPr/>
          <p:nvPr/>
        </p:nvSpPr>
        <p:spPr>
          <a:xfrm>
            <a:off x="744840" y="2691720"/>
            <a:ext cx="7416360" cy="1430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fr-CA" sz="6000" b="1" strike="noStrike" spc="-1">
                <a:solidFill>
                  <a:srgbClr val="FFFFFF"/>
                </a:solidFill>
                <a:latin typeface="Arial"/>
                <a:ea typeface="ＭＳ Ｐゴシック"/>
              </a:rPr>
              <a:t>Q&amp;A</a:t>
            </a:r>
            <a:endParaRPr lang="en-US" sz="6000" b="0" strike="noStrike" spc="-1">
              <a:latin typeface="Arial"/>
            </a:endParaRPr>
          </a:p>
          <a:p>
            <a:pPr algn="ctr">
              <a:lnSpc>
                <a:spcPct val="100000"/>
              </a:lnSpc>
              <a:buNone/>
            </a:pPr>
            <a:r>
              <a:rPr lang="fr-CA" sz="2800" b="1" strike="noStrike" spc="-1">
                <a:solidFill>
                  <a:srgbClr val="FFFFFF"/>
                </a:solidFill>
                <a:latin typeface="Arial"/>
                <a:ea typeface="ＭＳ Ｐゴシック"/>
              </a:rPr>
              <a:t>www.osistechnologies.com</a:t>
            </a:r>
            <a:endParaRPr lang="en-US" sz="2800" b="0" strike="noStrike" spc="-1">
              <a:latin typeface="Arial"/>
            </a:endParaRPr>
          </a:p>
        </p:txBody>
      </p:sp>
      <p:pic>
        <p:nvPicPr>
          <p:cNvPr id="345" name="Image 6"/>
          <p:cNvPicPr/>
          <p:nvPr/>
        </p:nvPicPr>
        <p:blipFill>
          <a:blip r:embed="rId3"/>
          <a:stretch/>
        </p:blipFill>
        <p:spPr>
          <a:xfrm>
            <a:off x="7668360" y="6307200"/>
            <a:ext cx="1295640" cy="514800"/>
          </a:xfrm>
          <a:prstGeom prst="rect">
            <a:avLst/>
          </a:prstGeom>
          <a:ln w="0">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TotalTime>
  <Words>2465</Words>
  <Application>Microsoft Office PowerPoint</Application>
  <PresentationFormat>On-screen Show (4:3)</PresentationFormat>
  <Paragraphs>398</Paragraphs>
  <Slides>27</Slides>
  <Notes>12</Notes>
  <HiddenSlides>0</HiddenSlides>
  <MMClips>0</MMClips>
  <ScaleCrop>false</ScaleCrop>
  <HeadingPairs>
    <vt:vector size="6" baseType="variant">
      <vt:variant>
        <vt:lpstr>Fonts Used</vt:lpstr>
      </vt:variant>
      <vt:variant>
        <vt:i4>12</vt:i4>
      </vt:variant>
      <vt:variant>
        <vt:lpstr>Theme</vt:lpstr>
      </vt:variant>
      <vt:variant>
        <vt:i4>5</vt:i4>
      </vt:variant>
      <vt:variant>
        <vt:lpstr>Slide Titles</vt:lpstr>
      </vt:variant>
      <vt:variant>
        <vt:i4>27</vt:i4>
      </vt:variant>
    </vt:vector>
  </HeadingPairs>
  <TitlesOfParts>
    <vt:vector size="44" baseType="lpstr">
      <vt:lpstr>ＭＳ Ｐゴシック</vt:lpstr>
      <vt:lpstr>Arial</vt:lpstr>
      <vt:lpstr>Arial Narrow</vt:lpstr>
      <vt:lpstr>Calibri</vt:lpstr>
      <vt:lpstr>DejaVu Sans</vt:lpstr>
      <vt:lpstr>Helvetica Neue</vt:lpstr>
      <vt:lpstr>Menlo</vt:lpstr>
      <vt:lpstr>StarSymbol</vt:lpstr>
      <vt:lpstr>Symbol</vt:lpstr>
      <vt:lpstr>Times New Roman</vt:lpstr>
      <vt:lpstr>Trebuchet MS</vt:lpstr>
      <vt:lpstr>Wingdings</vt:lpstr>
      <vt:lpstr>Office Theme</vt:lpstr>
      <vt:lpstr>Office Theme</vt:lpstr>
      <vt:lpstr>Office Theme</vt:lpstr>
      <vt:lpstr>Office Theme</vt:lpstr>
      <vt:lpstr>Office Theme</vt:lpstr>
      <vt:lpstr>THEME: Généralités et rappels sur la programmation orientée avec java </vt:lpstr>
      <vt:lpstr>SOMMAIRE</vt:lpstr>
      <vt:lpstr>I. INTRODUCTION</vt:lpstr>
      <vt:lpstr>II. VARIABLES ET TYPE DE DONNEES</vt:lpstr>
      <vt:lpstr>III. Structures de Control</vt:lpstr>
      <vt:lpstr>III. Structures de Control</vt:lpstr>
      <vt:lpstr>IV. Methodes</vt:lpstr>
      <vt:lpstr>V. Classes et Objets</vt:lpstr>
      <vt:lpstr>V. Classes et Objets</vt:lpstr>
      <vt:lpstr>V. Classes et Objets</vt:lpstr>
      <vt:lpstr>VI. Constructeur</vt:lpstr>
      <vt:lpstr>VII. Programmation Orientée Objet (POO)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VIII. Écosystème JAVA</vt:lpstr>
      <vt:lpstr>VIII. Écosystème JAVA</vt:lpstr>
      <vt:lpstr>VIII. Écosystème JAVA</vt:lpstr>
      <vt:lpstr>PowerPoint Presentation</vt:lpstr>
      <vt:lpstr>Questions …</vt:lpstr>
    </vt:vector>
  </TitlesOfParts>
  <Company>Momentum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subject/>
  <dc:creator>Maxime Yapi</dc:creator>
  <dc:description/>
  <cp:lastModifiedBy>Ibrahim SAVADOGO</cp:lastModifiedBy>
  <cp:revision>53</cp:revision>
  <dcterms:created xsi:type="dcterms:W3CDTF">2010-02-03T20:06:36Z</dcterms:created>
  <dcterms:modified xsi:type="dcterms:W3CDTF">2026-04-15T14:35:27Z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(4:3)</vt:lpwstr>
  </property>
  <property fmtid="{D5CDD505-2E9C-101B-9397-08002B2CF9AE}" pid="4" name="Slides">
    <vt:i4>26</vt:i4>
  </property>
</Properties>
</file>