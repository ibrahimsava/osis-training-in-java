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66" r:id="rId6"/>
    <p:sldId id="281" r:id="rId7"/>
    <p:sldId id="278" r:id="rId8"/>
    <p:sldId id="279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59862" autoAdjust="0"/>
  </p:normalViewPr>
  <p:slideViewPr>
    <p:cSldViewPr snapToGrid="0">
      <p:cViewPr varScale="1">
        <p:scale>
          <a:sx n="47" d="100"/>
          <a:sy n="47" d="100"/>
        </p:scale>
        <p:origin x="1136" y="32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4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5860A6-DADB-4C18-928C-0249F66DAAB2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</dgm:pt>
    <dgm:pt modelId="{E005C1E1-C4E6-4194-9779-A35A36F0C8EA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766AE-9030-470E-B817-90E91C9A979E}" type="parTrans" cxnId="{FE6C669C-25E5-4C98-8EBF-4CF7B3B1821D}">
      <dgm:prSet/>
      <dgm:spPr/>
      <dgm:t>
        <a:bodyPr/>
        <a:lstStyle/>
        <a:p>
          <a:endParaRPr lang="x-none"/>
        </a:p>
      </dgm:t>
    </dgm:pt>
    <dgm:pt modelId="{08C55F6E-5CD6-4E98-A16F-83800C1571A3}" type="sibTrans" cxnId="{FE6C669C-25E5-4C98-8EBF-4CF7B3B1821D}">
      <dgm:prSet/>
      <dgm:spPr/>
      <dgm:t>
        <a:bodyPr/>
        <a:lstStyle/>
        <a:p>
          <a:endParaRPr lang="x-none"/>
        </a:p>
      </dgm:t>
    </dgm:pt>
    <dgm:pt modelId="{B46C325E-494E-44EB-95F3-73831887826D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0D9E5-8BC9-4297-9AB5-19E8A6F3ED41}" type="parTrans" cxnId="{820BBA2F-46DA-416B-99B9-E676D9CF0068}">
      <dgm:prSet/>
      <dgm:spPr/>
      <dgm:t>
        <a:bodyPr/>
        <a:lstStyle/>
        <a:p>
          <a:endParaRPr lang="x-none"/>
        </a:p>
      </dgm:t>
    </dgm:pt>
    <dgm:pt modelId="{61EF2CE5-8CE3-4549-87F5-4E9135B407C2}" type="sibTrans" cxnId="{820BBA2F-46DA-416B-99B9-E676D9CF0068}">
      <dgm:prSet/>
      <dgm:spPr/>
      <dgm:t>
        <a:bodyPr/>
        <a:lstStyle/>
        <a:p>
          <a:endParaRPr lang="x-none"/>
        </a:p>
      </dgm:t>
    </dgm:pt>
    <dgm:pt modelId="{D42AFBA5-9F90-4895-A472-1F48E33F6E29}">
      <dgm:prSet phldrT="[Texte]" custT="1"/>
      <dgm:spPr>
        <a:solidFill>
          <a:schemeClr val="tx2"/>
        </a:solidFill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F161F3-8745-47F2-AF6E-87CA0BF0621C}" type="parTrans" cxnId="{475A8981-2CE2-4B7C-8F04-36806D891640}">
      <dgm:prSet/>
      <dgm:spPr/>
      <dgm:t>
        <a:bodyPr/>
        <a:lstStyle/>
        <a:p>
          <a:endParaRPr lang="x-none"/>
        </a:p>
      </dgm:t>
    </dgm:pt>
    <dgm:pt modelId="{A6A37869-5321-433F-BAEC-EB70BAE923EC}" type="sibTrans" cxnId="{475A8981-2CE2-4B7C-8F04-36806D891640}">
      <dgm:prSet/>
      <dgm:spPr/>
      <dgm:t>
        <a:bodyPr/>
        <a:lstStyle/>
        <a:p>
          <a:endParaRPr lang="x-none"/>
        </a:p>
      </dgm:t>
    </dgm:pt>
    <dgm:pt modelId="{9524DC44-7F31-42B4-AF46-7C5B58D3C366}">
      <dgm:prSet phldrT="[Texte]" custT="1"/>
      <dgm:spPr/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D78340-E806-4CD0-85E1-F362CA66E8F6}" type="parTrans" cxnId="{BF0B7C2A-6D38-4ADC-A43F-588DEB5EC0AB}">
      <dgm:prSet/>
      <dgm:spPr/>
      <dgm:t>
        <a:bodyPr/>
        <a:lstStyle/>
        <a:p>
          <a:endParaRPr lang="x-none"/>
        </a:p>
      </dgm:t>
    </dgm:pt>
    <dgm:pt modelId="{DB5907A1-9EA3-48E1-9C20-E0C2E8D54374}" type="sibTrans" cxnId="{BF0B7C2A-6D38-4ADC-A43F-588DEB5EC0AB}">
      <dgm:prSet/>
      <dgm:spPr/>
      <dgm:t>
        <a:bodyPr/>
        <a:lstStyle/>
        <a:p>
          <a:endParaRPr lang="x-none"/>
        </a:p>
      </dgm:t>
    </dgm:pt>
    <dgm:pt modelId="{F92442B6-02A8-45E8-9868-C05228E070DE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EA038-D759-487B-9F26-C2D9F384456C}" type="parTrans" cxnId="{B0A50AD6-3710-4917-A916-CE57E797CE68}">
      <dgm:prSet/>
      <dgm:spPr/>
      <dgm:t>
        <a:bodyPr/>
        <a:lstStyle/>
        <a:p>
          <a:endParaRPr lang="x-none"/>
        </a:p>
      </dgm:t>
    </dgm:pt>
    <dgm:pt modelId="{4A12B3BE-14E3-4B7C-BE2A-D4A471D1F329}" type="sibTrans" cxnId="{B0A50AD6-3710-4917-A916-CE57E797CE68}">
      <dgm:prSet/>
      <dgm:spPr/>
      <dgm:t>
        <a:bodyPr/>
        <a:lstStyle/>
        <a:p>
          <a:endParaRPr lang="x-none"/>
        </a:p>
      </dgm:t>
    </dgm:pt>
    <dgm:pt modelId="{B3448D71-FB3E-44FD-B495-EDF981A7BFB0}">
      <dgm:prSet phldrT="[Texte]" custT="1"/>
      <dgm:spPr>
        <a:noFill/>
      </dgm:spPr>
      <dgm:t>
        <a:bodyPr/>
        <a:lstStyle/>
        <a:p>
          <a:r>
            <a:rPr lang="en-US" sz="9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1C8726-29F6-4E9C-B8C1-45A55334CE4A}" type="parTrans" cxnId="{275F3FE6-F970-4C35-8796-2F9D7CDF0312}">
      <dgm:prSet/>
      <dgm:spPr/>
      <dgm:t>
        <a:bodyPr/>
        <a:lstStyle/>
        <a:p>
          <a:endParaRPr lang="x-none"/>
        </a:p>
      </dgm:t>
    </dgm:pt>
    <dgm:pt modelId="{8EF7ACC5-6431-4057-A659-3328BF33B7FA}" type="sibTrans" cxnId="{275F3FE6-F970-4C35-8796-2F9D7CDF0312}">
      <dgm:prSet/>
      <dgm:spPr/>
      <dgm:t>
        <a:bodyPr/>
        <a:lstStyle/>
        <a:p>
          <a:endParaRPr lang="x-none"/>
        </a:p>
      </dgm:t>
    </dgm:pt>
    <dgm:pt modelId="{F48538E9-4FD6-48EA-9BD5-D117C41DF5A5}">
      <dgm:prSet phldrT="[Texte]" custT="1"/>
      <dgm:spPr>
        <a:noFill/>
      </dgm:spPr>
      <dgm:t>
        <a:bodyPr/>
        <a:lstStyle/>
        <a:p>
          <a:r>
            <a:rPr lang="fr-FR" sz="9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F32CC-0374-4D32-9878-477192FCD9DD}" type="parTrans" cxnId="{3405281B-DA5E-4B08-A0CB-6696F62423E8}">
      <dgm:prSet/>
      <dgm:spPr/>
      <dgm:t>
        <a:bodyPr/>
        <a:lstStyle/>
        <a:p>
          <a:endParaRPr lang="x-none"/>
        </a:p>
      </dgm:t>
    </dgm:pt>
    <dgm:pt modelId="{12E52E4B-BC92-4A26-B883-C5D961A3103F}" type="sibTrans" cxnId="{3405281B-DA5E-4B08-A0CB-6696F62423E8}">
      <dgm:prSet/>
      <dgm:spPr/>
      <dgm:t>
        <a:bodyPr/>
        <a:lstStyle/>
        <a:p>
          <a:endParaRPr lang="x-none"/>
        </a:p>
      </dgm:t>
    </dgm:pt>
    <dgm:pt modelId="{02FA1CF1-7F0D-494D-84DF-5C987C13285D}" type="pres">
      <dgm:prSet presAssocID="{665860A6-DADB-4C18-928C-0249F66DAAB2}" presName="Name0" presStyleCnt="0">
        <dgm:presLayoutVars>
          <dgm:dir/>
          <dgm:resizeHandles val="exact"/>
        </dgm:presLayoutVars>
      </dgm:prSet>
      <dgm:spPr/>
    </dgm:pt>
    <dgm:pt modelId="{74AB4C8F-C105-4C2A-ADEE-AD5AEBD45898}" type="pres">
      <dgm:prSet presAssocID="{E005C1E1-C4E6-4194-9779-A35A36F0C8EA}" presName="parTxOnly" presStyleLbl="node1" presStyleIdx="0" presStyleCnt="7" custScaleX="72504" custLinFactNeighborX="-61" custLinFactNeighborY="-112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3DAD9-CEC4-43A0-93FA-A2006B5B5A87}" type="pres">
      <dgm:prSet presAssocID="{08C55F6E-5CD6-4E98-A16F-83800C1571A3}" presName="parSpace" presStyleCnt="0"/>
      <dgm:spPr/>
    </dgm:pt>
    <dgm:pt modelId="{CBF87CB9-6CBB-40E3-AEDB-BD2893EA424D}" type="pres">
      <dgm:prSet presAssocID="{F92442B6-02A8-45E8-9868-C05228E070DE}" presName="parTxOnly" presStyleLbl="node1" presStyleIdx="1" presStyleCnt="7" custScaleX="93943" custLinFactNeighborY="-64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EED79A-ECE1-4E3C-9A49-02DE5A39173C}" type="pres">
      <dgm:prSet presAssocID="{4A12B3BE-14E3-4B7C-BE2A-D4A471D1F329}" presName="parSpace" presStyleCnt="0"/>
      <dgm:spPr/>
    </dgm:pt>
    <dgm:pt modelId="{132479AD-BB6E-4B47-88C2-54D51831D383}" type="pres">
      <dgm:prSet presAssocID="{F48538E9-4FD6-48EA-9BD5-D117C41DF5A5}" presName="parTxOnly" presStyleLbl="node1" presStyleIdx="2" presStyleCnt="7" custScaleX="87763" custLinFactNeighborX="5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AA61-3684-4E12-8E69-F63D3D9E6000}" type="pres">
      <dgm:prSet presAssocID="{12E52E4B-BC92-4A26-B883-C5D961A3103F}" presName="parSpace" presStyleCnt="0"/>
      <dgm:spPr/>
    </dgm:pt>
    <dgm:pt modelId="{A9C9EA55-8AE9-4485-86FD-0C074CA40C64}" type="pres">
      <dgm:prSet presAssocID="{B3448D71-FB3E-44FD-B495-EDF981A7BFB0}" presName="parTxOnly" presStyleLbl="node1" presStyleIdx="3" presStyleCnt="7" custScaleX="802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3EFB8-01E0-49AD-9FA0-A938B0CB483B}" type="pres">
      <dgm:prSet presAssocID="{8EF7ACC5-6431-4057-A659-3328BF33B7FA}" presName="parSpace" presStyleCnt="0"/>
      <dgm:spPr/>
    </dgm:pt>
    <dgm:pt modelId="{423CB1EF-7A4E-4CA0-97EE-2B39183B0824}" type="pres">
      <dgm:prSet presAssocID="{B46C325E-494E-44EB-95F3-73831887826D}" presName="parTxOnly" presStyleLbl="node1" presStyleIdx="4" presStyleCnt="7" custScaleX="69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38372-C0F5-4F18-9705-F2A5B412C379}" type="pres">
      <dgm:prSet presAssocID="{61EF2CE5-8CE3-4549-87F5-4E9135B407C2}" presName="parSpace" presStyleCnt="0"/>
      <dgm:spPr/>
    </dgm:pt>
    <dgm:pt modelId="{DDEFF012-86AC-4BD5-A22A-8F41367919EE}" type="pres">
      <dgm:prSet presAssocID="{D42AFBA5-9F90-4895-A472-1F48E33F6E29}" presName="parTxOnly" presStyleLbl="node1" presStyleIdx="5" presStyleCnt="7" custScaleX="92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30158-24BE-400E-B396-EECF7D237825}" type="pres">
      <dgm:prSet presAssocID="{A6A37869-5321-433F-BAEC-EB70BAE923EC}" presName="parSpace" presStyleCnt="0"/>
      <dgm:spPr/>
    </dgm:pt>
    <dgm:pt modelId="{6904EA44-D67E-4930-8163-F6E1F2976D4F}" type="pres">
      <dgm:prSet presAssocID="{9524DC44-7F31-42B4-AF46-7C5B58D3C366}" presName="parTxOnly" presStyleLbl="node1" presStyleIdx="6" presStyleCnt="7" custScaleX="89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5F3FE6-F970-4C35-8796-2F9D7CDF0312}" srcId="{665860A6-DADB-4C18-928C-0249F66DAAB2}" destId="{B3448D71-FB3E-44FD-B495-EDF981A7BFB0}" srcOrd="3" destOrd="0" parTransId="{CC1C8726-29F6-4E9C-B8C1-45A55334CE4A}" sibTransId="{8EF7ACC5-6431-4057-A659-3328BF33B7FA}"/>
    <dgm:cxn modelId="{B0A50AD6-3710-4917-A916-CE57E797CE68}" srcId="{665860A6-DADB-4C18-928C-0249F66DAAB2}" destId="{F92442B6-02A8-45E8-9868-C05228E070DE}" srcOrd="1" destOrd="0" parTransId="{133EA038-D759-487B-9F26-C2D9F384456C}" sibTransId="{4A12B3BE-14E3-4B7C-BE2A-D4A471D1F329}"/>
    <dgm:cxn modelId="{05151CC2-8728-4536-AACA-663C44136051}" type="presOf" srcId="{B46C325E-494E-44EB-95F3-73831887826D}" destId="{423CB1EF-7A4E-4CA0-97EE-2B39183B0824}" srcOrd="0" destOrd="0" presId="urn:microsoft.com/office/officeart/2005/8/layout/hChevron3"/>
    <dgm:cxn modelId="{D889E05B-B48F-4937-A5CC-F80B71DFCAC1}" type="presOf" srcId="{D42AFBA5-9F90-4895-A472-1F48E33F6E29}" destId="{DDEFF012-86AC-4BD5-A22A-8F41367919EE}" srcOrd="0" destOrd="0" presId="urn:microsoft.com/office/officeart/2005/8/layout/hChevron3"/>
    <dgm:cxn modelId="{820BBA2F-46DA-416B-99B9-E676D9CF0068}" srcId="{665860A6-DADB-4C18-928C-0249F66DAAB2}" destId="{B46C325E-494E-44EB-95F3-73831887826D}" srcOrd="4" destOrd="0" parTransId="{6660D9E5-8BC9-4297-9AB5-19E8A6F3ED41}" sibTransId="{61EF2CE5-8CE3-4549-87F5-4E9135B407C2}"/>
    <dgm:cxn modelId="{0E43FEEF-D967-4120-BCBA-4EC1B1F41343}" type="presOf" srcId="{9524DC44-7F31-42B4-AF46-7C5B58D3C366}" destId="{6904EA44-D67E-4930-8163-F6E1F2976D4F}" srcOrd="0" destOrd="0" presId="urn:microsoft.com/office/officeart/2005/8/layout/hChevron3"/>
    <dgm:cxn modelId="{340493C3-776D-4977-867A-4BF5A36D50BC}" type="presOf" srcId="{665860A6-DADB-4C18-928C-0249F66DAAB2}" destId="{02FA1CF1-7F0D-494D-84DF-5C987C13285D}" srcOrd="0" destOrd="0" presId="urn:microsoft.com/office/officeart/2005/8/layout/hChevron3"/>
    <dgm:cxn modelId="{3405281B-DA5E-4B08-A0CB-6696F62423E8}" srcId="{665860A6-DADB-4C18-928C-0249F66DAAB2}" destId="{F48538E9-4FD6-48EA-9BD5-D117C41DF5A5}" srcOrd="2" destOrd="0" parTransId="{9C5F32CC-0374-4D32-9878-477192FCD9DD}" sibTransId="{12E52E4B-BC92-4A26-B883-C5D961A3103F}"/>
    <dgm:cxn modelId="{D9E102DC-3D34-48D7-ABA6-62F1ABBBB6EB}" type="presOf" srcId="{F92442B6-02A8-45E8-9868-C05228E070DE}" destId="{CBF87CB9-6CBB-40E3-AEDB-BD2893EA424D}" srcOrd="0" destOrd="0" presId="urn:microsoft.com/office/officeart/2005/8/layout/hChevron3"/>
    <dgm:cxn modelId="{FE6C669C-25E5-4C98-8EBF-4CF7B3B1821D}" srcId="{665860A6-DADB-4C18-928C-0249F66DAAB2}" destId="{E005C1E1-C4E6-4194-9779-A35A36F0C8EA}" srcOrd="0" destOrd="0" parTransId="{5E4766AE-9030-470E-B817-90E91C9A979E}" sibTransId="{08C55F6E-5CD6-4E98-A16F-83800C1571A3}"/>
    <dgm:cxn modelId="{BF0B7C2A-6D38-4ADC-A43F-588DEB5EC0AB}" srcId="{665860A6-DADB-4C18-928C-0249F66DAAB2}" destId="{9524DC44-7F31-42B4-AF46-7C5B58D3C366}" srcOrd="6" destOrd="0" parTransId="{39D78340-E806-4CD0-85E1-F362CA66E8F6}" sibTransId="{DB5907A1-9EA3-48E1-9C20-E0C2E8D54374}"/>
    <dgm:cxn modelId="{475A8981-2CE2-4B7C-8F04-36806D891640}" srcId="{665860A6-DADB-4C18-928C-0249F66DAAB2}" destId="{D42AFBA5-9F90-4895-A472-1F48E33F6E29}" srcOrd="5" destOrd="0" parTransId="{8AF161F3-8745-47F2-AF6E-87CA0BF0621C}" sibTransId="{A6A37869-5321-433F-BAEC-EB70BAE923EC}"/>
    <dgm:cxn modelId="{55C97DD0-57E7-4793-8D76-0955F436090B}" type="presOf" srcId="{B3448D71-FB3E-44FD-B495-EDF981A7BFB0}" destId="{A9C9EA55-8AE9-4485-86FD-0C074CA40C64}" srcOrd="0" destOrd="0" presId="urn:microsoft.com/office/officeart/2005/8/layout/hChevron3"/>
    <dgm:cxn modelId="{1E25C9C0-D133-49F3-AC38-75474211F947}" type="presOf" srcId="{E005C1E1-C4E6-4194-9779-A35A36F0C8EA}" destId="{74AB4C8F-C105-4C2A-ADEE-AD5AEBD45898}" srcOrd="0" destOrd="0" presId="urn:microsoft.com/office/officeart/2005/8/layout/hChevron3"/>
    <dgm:cxn modelId="{A1978CBD-688D-4CB3-B637-E08C48EAF511}" type="presOf" srcId="{F48538E9-4FD6-48EA-9BD5-D117C41DF5A5}" destId="{132479AD-BB6E-4B47-88C2-54D51831D383}" srcOrd="0" destOrd="0" presId="urn:microsoft.com/office/officeart/2005/8/layout/hChevron3"/>
    <dgm:cxn modelId="{D809BD11-2592-4052-99A4-AC088C873A36}" type="presParOf" srcId="{02FA1CF1-7F0D-494D-84DF-5C987C13285D}" destId="{74AB4C8F-C105-4C2A-ADEE-AD5AEBD45898}" srcOrd="0" destOrd="0" presId="urn:microsoft.com/office/officeart/2005/8/layout/hChevron3"/>
    <dgm:cxn modelId="{38B2B709-7B14-4D60-8549-57E066A9A3B1}" type="presParOf" srcId="{02FA1CF1-7F0D-494D-84DF-5C987C13285D}" destId="{42D3DAD9-CEC4-43A0-93FA-A2006B5B5A87}" srcOrd="1" destOrd="0" presId="urn:microsoft.com/office/officeart/2005/8/layout/hChevron3"/>
    <dgm:cxn modelId="{D59B21FE-8F2D-4F6B-82B8-927F7CD11021}" type="presParOf" srcId="{02FA1CF1-7F0D-494D-84DF-5C987C13285D}" destId="{CBF87CB9-6CBB-40E3-AEDB-BD2893EA424D}" srcOrd="2" destOrd="0" presId="urn:microsoft.com/office/officeart/2005/8/layout/hChevron3"/>
    <dgm:cxn modelId="{1B6B2E68-82E1-4467-888D-267649D738C4}" type="presParOf" srcId="{02FA1CF1-7F0D-494D-84DF-5C987C13285D}" destId="{49EED79A-ECE1-4E3C-9A49-02DE5A39173C}" srcOrd="3" destOrd="0" presId="urn:microsoft.com/office/officeart/2005/8/layout/hChevron3"/>
    <dgm:cxn modelId="{1E16BA02-40D5-4077-9DA3-FC3E73842BF1}" type="presParOf" srcId="{02FA1CF1-7F0D-494D-84DF-5C987C13285D}" destId="{132479AD-BB6E-4B47-88C2-54D51831D383}" srcOrd="4" destOrd="0" presId="urn:microsoft.com/office/officeart/2005/8/layout/hChevron3"/>
    <dgm:cxn modelId="{F2971795-D53F-4B92-B106-FBD96AE76E4B}" type="presParOf" srcId="{02FA1CF1-7F0D-494D-84DF-5C987C13285D}" destId="{25E5AA61-3684-4E12-8E69-F63D3D9E6000}" srcOrd="5" destOrd="0" presId="urn:microsoft.com/office/officeart/2005/8/layout/hChevron3"/>
    <dgm:cxn modelId="{50AC2250-77D5-4391-B95F-E998659EF88C}" type="presParOf" srcId="{02FA1CF1-7F0D-494D-84DF-5C987C13285D}" destId="{A9C9EA55-8AE9-4485-86FD-0C074CA40C64}" srcOrd="6" destOrd="0" presId="urn:microsoft.com/office/officeart/2005/8/layout/hChevron3"/>
    <dgm:cxn modelId="{F7414901-3A08-43C8-95E7-5A53A3C28B93}" type="presParOf" srcId="{02FA1CF1-7F0D-494D-84DF-5C987C13285D}" destId="{3CE3EFB8-01E0-49AD-9FA0-A938B0CB483B}" srcOrd="7" destOrd="0" presId="urn:microsoft.com/office/officeart/2005/8/layout/hChevron3"/>
    <dgm:cxn modelId="{834C344F-6EDE-4767-B00E-325A3D964125}" type="presParOf" srcId="{02FA1CF1-7F0D-494D-84DF-5C987C13285D}" destId="{423CB1EF-7A4E-4CA0-97EE-2B39183B0824}" srcOrd="8" destOrd="0" presId="urn:microsoft.com/office/officeart/2005/8/layout/hChevron3"/>
    <dgm:cxn modelId="{F9386330-8619-48FE-863E-2E1CE4B0223F}" type="presParOf" srcId="{02FA1CF1-7F0D-494D-84DF-5C987C13285D}" destId="{ADC38372-C0F5-4F18-9705-F2A5B412C379}" srcOrd="9" destOrd="0" presId="urn:microsoft.com/office/officeart/2005/8/layout/hChevron3"/>
    <dgm:cxn modelId="{443A6EB6-4AB9-469C-AD56-748E7E9B3AB5}" type="presParOf" srcId="{02FA1CF1-7F0D-494D-84DF-5C987C13285D}" destId="{DDEFF012-86AC-4BD5-A22A-8F41367919EE}" srcOrd="10" destOrd="0" presId="urn:microsoft.com/office/officeart/2005/8/layout/hChevron3"/>
    <dgm:cxn modelId="{1F673473-CC39-4704-9B21-A23A59468D4D}" type="presParOf" srcId="{02FA1CF1-7F0D-494D-84DF-5C987C13285D}" destId="{0F130158-24BE-400E-B396-EECF7D237825}" srcOrd="11" destOrd="0" presId="urn:microsoft.com/office/officeart/2005/8/layout/hChevron3"/>
    <dgm:cxn modelId="{FE4AAE60-744A-4156-912E-3B826776B4AD}" type="presParOf" srcId="{02FA1CF1-7F0D-494D-84DF-5C987C13285D}" destId="{6904EA44-D67E-4930-8163-F6E1F2976D4F}" srcOrd="12" destOrd="0" presId="urn:microsoft.com/office/officeart/2005/8/layout/hChevron3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4C8F-C105-4C2A-ADEE-AD5AEBD45898}">
      <dsp:nvSpPr>
        <dsp:cNvPr id="0" name=""/>
        <dsp:cNvSpPr/>
      </dsp:nvSpPr>
      <dsp:spPr>
        <a:xfrm>
          <a:off x="3865" y="0"/>
          <a:ext cx="1899151" cy="741872"/>
        </a:xfrm>
        <a:prstGeom prst="homePlate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5" y="0"/>
        <a:ext cx="1713683" cy="741872"/>
      </dsp:txXfrm>
    </dsp:sp>
    <dsp:sp modelId="{CBF87CB9-6CBB-40E3-AEDB-BD2893EA424D}">
      <dsp:nvSpPr>
        <dsp:cNvPr id="0" name=""/>
        <dsp:cNvSpPr/>
      </dsp:nvSpPr>
      <dsp:spPr>
        <a:xfrm>
          <a:off x="1379461" y="0"/>
          <a:ext cx="246071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BACKGROUND OF THE STUDY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50397" y="0"/>
        <a:ext cx="1718847" cy="741872"/>
      </dsp:txXfrm>
    </dsp:sp>
    <dsp:sp modelId="{132479AD-BB6E-4B47-88C2-54D51831D383}">
      <dsp:nvSpPr>
        <dsp:cNvPr id="0" name=""/>
        <dsp:cNvSpPr/>
      </dsp:nvSpPr>
      <dsp:spPr>
        <a:xfrm>
          <a:off x="3318967" y="0"/>
          <a:ext cx="2298842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   OBJECTIVES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9903" y="0"/>
        <a:ext cx="1556970" cy="741872"/>
      </dsp:txXfrm>
    </dsp:sp>
    <dsp:sp modelId="{A9C9EA55-8AE9-4485-86FD-0C074CA40C64}">
      <dsp:nvSpPr>
        <dsp:cNvPr id="0" name=""/>
        <dsp:cNvSpPr/>
      </dsp:nvSpPr>
      <dsp:spPr>
        <a:xfrm>
          <a:off x="5091273" y="0"/>
          <a:ext cx="2103096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STUDY AREA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62209" y="0"/>
        <a:ext cx="1361224" cy="741872"/>
      </dsp:txXfrm>
    </dsp:sp>
    <dsp:sp modelId="{423CB1EF-7A4E-4CA0-97EE-2B39183B0824}">
      <dsp:nvSpPr>
        <dsp:cNvPr id="0" name=""/>
        <dsp:cNvSpPr/>
      </dsp:nvSpPr>
      <dsp:spPr>
        <a:xfrm>
          <a:off x="6670494" y="0"/>
          <a:ext cx="1811009" cy="741872"/>
        </a:xfrm>
        <a:prstGeom prst="chevron">
          <a:avLst/>
        </a:pr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DATA AND METHODS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1430" y="0"/>
        <a:ext cx="1069137" cy="741872"/>
      </dsp:txXfrm>
    </dsp:sp>
    <dsp:sp modelId="{DDEFF012-86AC-4BD5-A22A-8F41367919EE}">
      <dsp:nvSpPr>
        <dsp:cNvPr id="0" name=""/>
        <dsp:cNvSpPr/>
      </dsp:nvSpPr>
      <dsp:spPr>
        <a:xfrm>
          <a:off x="7957629" y="0"/>
          <a:ext cx="2409825" cy="741872"/>
        </a:xfrm>
        <a:prstGeom prst="chevron">
          <a:avLst/>
        </a:prstGeom>
        <a:solidFill>
          <a:schemeClr val="tx2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>
              <a:latin typeface="Arial" panose="020B0604020202020204" pitchFamily="34" charset="0"/>
              <a:cs typeface="Arial" panose="020B0604020202020204" pitchFamily="34" charset="0"/>
            </a:rPr>
            <a:t>RESULTS AND DISCUSSIONS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328565" y="0"/>
        <a:ext cx="1667953" cy="741872"/>
      </dsp:txXfrm>
    </dsp:sp>
    <dsp:sp modelId="{6904EA44-D67E-4930-8163-F6E1F2976D4F}">
      <dsp:nvSpPr>
        <dsp:cNvPr id="0" name=""/>
        <dsp:cNvSpPr/>
      </dsp:nvSpPr>
      <dsp:spPr>
        <a:xfrm>
          <a:off x="9843579" y="0"/>
          <a:ext cx="2344235" cy="7418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dirty="0">
              <a:latin typeface="Arial" panose="020B0604020202020204" pitchFamily="34" charset="0"/>
              <a:cs typeface="Arial" panose="020B0604020202020204" pitchFamily="34" charset="0"/>
            </a:rPr>
            <a:t>CONCLUSIONS AND RECOMMANDATIONS</a:t>
          </a:r>
          <a:endParaRPr lang="x-none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4515" y="0"/>
        <a:ext cx="1602363" cy="741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7F4A8-ED39-4201-9D55-4C9140A03912}" type="datetimeFigureOut">
              <a:rPr lang="en-GH" smtClean="0"/>
              <a:t>05/11/2026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5463820-872F-4610-B544-C89CA3CFA14C}" type="slidenum">
              <a:rPr lang="en-GH" smtClean="0"/>
              <a:pPr/>
              <a:t>‹#›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81919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63820-872F-4610-B544-C89CA3CFA14C}" type="slidenum">
              <a:rPr lang="en-GH" smtClean="0"/>
              <a:pPr/>
              <a:t>1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45850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63820-872F-4610-B544-C89CA3CFA14C}" type="slidenum">
              <a:rPr lang="en-GH" smtClean="0"/>
              <a:pPr/>
              <a:t>2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192265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Climate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is crucial for understanding the dynamics of climate change.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Microphysics schemes in the WRF (Weather Research and Forecasting) model play a significant role in the accuracy of climate simulations.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This study evaluates the performance of different microphysics schemes in WRF for simulating precipitation, temperature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Tmin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), and solar radiation (SWDOWN) over West Africa.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Evaluate the performance of different microphysics schemes in WRF (Kessler, Ferrier, Thompson) for key climate variables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Tmin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Precipitation, SWDOWN).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Compare WRF model outputs with observational data (SARAH, CHIRPS, ERA5) for West Africa.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Assess model biases and recommend the most suitable microphysics scheme for each variable.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The study focuses on West Africa, a region with diverse climates ranging from arid to tropical.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West Africa is highly vulnerable to the impacts of climate change, particularly in terms of temperature, rainfall variability, and extreme weather events.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Accurate climate projections are crucial for planning and adaptation strategies in this region.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Model: WRF (Weather Research and Forecasting) model with three microphysics schemes (Kessler, Ferrier, Thompson).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Observational Data: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Precipitation: CHIRPS dataset.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Solar Radiation: SARAH dataset.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Temperature: ERA5 reanalysis data (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Tmin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Study period: from 2 to 11 August 2019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WRF model configuration: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Resolution: one Domain with 15 km resolution, grid size 284 x 174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Microphysics schemes tested: Kessler (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=1), Ferrier (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=5), Thompson (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=8).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Comparison metrics: Mean Absolute Error (MAE), Root Mean Square Error (RMSE), and Bias.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Evaluation conducted for 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Tmin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precipitation, and SWDOWN against observations from SARAH, CHIRPS, and ERA5.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63820-872F-4610-B544-C89CA3CFA14C}" type="slidenum">
              <a:rPr lang="en-GH" smtClean="0"/>
              <a:pPr/>
              <a:t>3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8010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63820-872F-4610-B544-C89CA3CFA14C}" type="slidenum">
              <a:rPr lang="en-GH" smtClean="0"/>
              <a:pPr/>
              <a:t>7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16827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63820-872F-4610-B544-C89CA3CFA14C}" type="slidenum">
              <a:rPr lang="en-GH" smtClean="0"/>
              <a:pPr/>
              <a:t>9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971939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400" y="6455833"/>
            <a:ext cx="2743200" cy="365125"/>
          </a:xfrm>
        </p:spPr>
        <p:txBody>
          <a:bodyPr/>
          <a:lstStyle/>
          <a:p>
            <a:fld id="{DF71E5FA-1201-445E-A9E5-D11A7DA989C4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78066" y="6356350"/>
            <a:ext cx="575733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3858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5F9D193F-C32B-4BF3-91A6-F6B82C8AAB00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7266" y="6356350"/>
            <a:ext cx="626533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8375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C7E5-D286-4704-A543-77EEEC99C21F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35732" y="6356350"/>
            <a:ext cx="618067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9040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3CE0-B04A-475F-A1FA-1B7C60843F11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8006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2FF4-100C-4828-B968-F473EBFED123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86532" y="6356350"/>
            <a:ext cx="567267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8510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47B5946-90AE-49C6-961F-5B7547040B56}" type="datetime8">
              <a:rPr lang="en-GH" smtClean="0"/>
              <a:pPr/>
              <a:t>05/11/2026 07:58</a:t>
            </a:fld>
            <a:endParaRPr lang="en-G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18800" y="6356350"/>
            <a:ext cx="634999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E9C882-EB14-49B2-A46D-4CD8A333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2125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4F2E-FFD3-428F-966D-10EE44E576D9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8279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93B6-3430-496E-BA63-933DAE5D2036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1132" y="6356350"/>
            <a:ext cx="592667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0083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A4DF-6640-4152-92E6-48565C3D7C56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1134" y="6356350"/>
            <a:ext cx="59266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22797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E2000-F52B-48B2-A828-A5E99066D05C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35732" y="6356350"/>
            <a:ext cx="618067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5195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C8DF-F87D-4EF4-83DF-EB663F82E273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5842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fld id="{CFBE681A-45E9-4723-8BE0-9EFF18FDFD0B}" type="slidenum">
              <a:rPr lang="en-GH" smtClean="0"/>
              <a:t>‹#›</a:t>
            </a:fld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6595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4484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00CD7-FFE8-4237-9A95-1B8221AFCEA5}" type="datetime8">
              <a:rPr lang="en-GH" smtClean="0"/>
              <a:t>05/11/2026 07:58</a:t>
            </a:fld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58D0CB-3A6C-410A-8F51-7AC98C98393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200" y="6207377"/>
            <a:ext cx="786939" cy="650623"/>
          </a:xfrm>
          <a:prstGeom prst="rect">
            <a:avLst/>
          </a:prstGeom>
        </p:spPr>
      </p:pic>
      <p:cxnSp>
        <p:nvCxnSpPr>
          <p:cNvPr id="8" name="Connecteur droit 9">
            <a:extLst>
              <a:ext uri="{FF2B5EF4-FFF2-40B4-BE49-F238E27FC236}">
                <a16:creationId xmlns:a16="http://schemas.microsoft.com/office/drawing/2014/main" id="{8CA24087-9B33-4F37-A39F-0A37ED7D4261}"/>
              </a:ext>
            </a:extLst>
          </p:cNvPr>
          <p:cNvCxnSpPr>
            <a:cxnSpLocks/>
          </p:cNvCxnSpPr>
          <p:nvPr userDrawn="1"/>
        </p:nvCxnSpPr>
        <p:spPr>
          <a:xfrm flipH="1">
            <a:off x="1984164" y="6274494"/>
            <a:ext cx="7410871" cy="0"/>
          </a:xfrm>
          <a:prstGeom prst="line">
            <a:avLst/>
          </a:prstGeom>
          <a:ln w="3175" cmpd="sng">
            <a:solidFill>
              <a:srgbClr val="6C6F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39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216" y="2347361"/>
            <a:ext cx="11312054" cy="238760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Evaluation of Microphysics (mp) Schemes in WRF Model for Simulating Key Climate Variables over West </a:t>
            </a:r>
            <a:r>
              <a:rPr lang="en-GB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Africa</a:t>
            </a: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GB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Assessment of Consecutive Dry Days (CDD) in West Africa: </a:t>
            </a:r>
            <a:b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Model Evaluation and Climate Projections</a:t>
            </a:r>
            <a:endParaRPr lang="en-GH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 l="18750" t="23958" r="14453" b="59375"/>
          <a:stretch>
            <a:fillRect/>
          </a:stretch>
        </p:blipFill>
        <p:spPr bwMode="auto">
          <a:xfrm>
            <a:off x="543463" y="52100"/>
            <a:ext cx="10912415" cy="1269262"/>
          </a:xfrm>
          <a:prstGeom prst="rect">
            <a:avLst/>
          </a:prstGeom>
          <a:noFill/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206829" y="5108477"/>
            <a:ext cx="3347358" cy="973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IBRAHIM SAVADOGO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28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33" y="130176"/>
            <a:ext cx="10515600" cy="855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gner un rectangle avec un coin diagonal 18">
            <a:extLst>
              <a:ext uri="{FF2B5EF4-FFF2-40B4-BE49-F238E27FC236}">
                <a16:creationId xmlns:a16="http://schemas.microsoft.com/office/drawing/2014/main" id="{2A33E2B3-5001-416B-A80B-185230880667}"/>
              </a:ext>
            </a:extLst>
          </p:cNvPr>
          <p:cNvSpPr/>
          <p:nvPr/>
        </p:nvSpPr>
        <p:spPr>
          <a:xfrm>
            <a:off x="347134" y="985426"/>
            <a:ext cx="11497732" cy="5813307"/>
          </a:xfrm>
          <a:prstGeom prst="snip2DiagRect">
            <a:avLst>
              <a:gd name="adj1" fmla="val 0"/>
              <a:gd name="adj2" fmla="val 10791"/>
            </a:avLst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922"/>
          </a:p>
        </p:txBody>
      </p:sp>
      <p:grpSp>
        <p:nvGrpSpPr>
          <p:cNvPr id="11" name="Groupe 4">
            <a:extLst>
              <a:ext uri="{FF2B5EF4-FFF2-40B4-BE49-F238E27FC236}">
                <a16:creationId xmlns:a16="http://schemas.microsoft.com/office/drawing/2014/main" id="{3B9378F4-D340-4DAA-9392-A86F828996AE}"/>
              </a:ext>
            </a:extLst>
          </p:cNvPr>
          <p:cNvGrpSpPr/>
          <p:nvPr/>
        </p:nvGrpSpPr>
        <p:grpSpPr>
          <a:xfrm>
            <a:off x="1715268" y="1232796"/>
            <a:ext cx="8637871" cy="607880"/>
            <a:chOff x="1068502" y="1484784"/>
            <a:chExt cx="7679964" cy="4577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B51DB4-EB71-47F5-984B-6255AC4AAA71}"/>
                </a:ext>
              </a:extLst>
            </p:cNvPr>
            <p:cNvSpPr/>
            <p:nvPr/>
          </p:nvSpPr>
          <p:spPr>
            <a:xfrm>
              <a:off x="1068502" y="1484784"/>
              <a:ext cx="623177" cy="44376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63" b="1" dirty="0">
                  <a:ln>
                    <a:solidFill>
                      <a:srgbClr val="C00000"/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5" name="Rectangle : coins arrondis 6">
              <a:extLst>
                <a:ext uri="{FF2B5EF4-FFF2-40B4-BE49-F238E27FC236}">
                  <a16:creationId xmlns:a16="http://schemas.microsoft.com/office/drawing/2014/main" id="{548AC934-1300-4335-970E-741BBD4B4E6C}"/>
                </a:ext>
              </a:extLst>
            </p:cNvPr>
            <p:cNvSpPr/>
            <p:nvPr/>
          </p:nvSpPr>
          <p:spPr>
            <a:xfrm>
              <a:off x="1691683" y="1498774"/>
              <a:ext cx="7056783" cy="443764"/>
            </a:xfrm>
            <a:prstGeom prst="round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922" dirty="0"/>
            </a:p>
            <a:p>
              <a:r>
                <a:rPr lang="fr-FR" sz="2135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Introduction </a:t>
              </a:r>
              <a:endParaRPr lang="fr-FR" sz="2135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fr-FR" sz="1922" dirty="0"/>
            </a:p>
          </p:txBody>
        </p:sp>
      </p:grpSp>
      <p:grpSp>
        <p:nvGrpSpPr>
          <p:cNvPr id="32" name="Groupe 30">
            <a:extLst>
              <a:ext uri="{FF2B5EF4-FFF2-40B4-BE49-F238E27FC236}">
                <a16:creationId xmlns:a16="http://schemas.microsoft.com/office/drawing/2014/main" id="{8AA10FD5-BA82-4AAA-8C19-969E2CD954E8}"/>
              </a:ext>
            </a:extLst>
          </p:cNvPr>
          <p:cNvGrpSpPr/>
          <p:nvPr/>
        </p:nvGrpSpPr>
        <p:grpSpPr>
          <a:xfrm>
            <a:off x="1715268" y="1904621"/>
            <a:ext cx="8645624" cy="604861"/>
            <a:chOff x="1105118" y="4425396"/>
            <a:chExt cx="7643346" cy="45548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6C8B6E5-322C-488E-9269-CE90C3437893}"/>
                </a:ext>
              </a:extLst>
            </p:cNvPr>
            <p:cNvSpPr/>
            <p:nvPr/>
          </p:nvSpPr>
          <p:spPr>
            <a:xfrm>
              <a:off x="1105118" y="4425396"/>
              <a:ext cx="730578" cy="45548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256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</a:p>
          </p:txBody>
        </p:sp>
        <p:sp>
          <p:nvSpPr>
            <p:cNvPr id="34" name="Rectangle : coins arrondis 32">
              <a:extLst>
                <a:ext uri="{FF2B5EF4-FFF2-40B4-BE49-F238E27FC236}">
                  <a16:creationId xmlns:a16="http://schemas.microsoft.com/office/drawing/2014/main" id="{FC0B0ACE-3C3C-4564-B200-B7E57B66ABA0}"/>
                </a:ext>
              </a:extLst>
            </p:cNvPr>
            <p:cNvSpPr/>
            <p:nvPr/>
          </p:nvSpPr>
          <p:spPr>
            <a:xfrm>
              <a:off x="1681415" y="4437112"/>
              <a:ext cx="7067049" cy="443764"/>
            </a:xfrm>
            <a:prstGeom prst="roundRect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2135" b="1" dirty="0">
                  <a:latin typeface="Arial" panose="020B0604020202020204" pitchFamily="34" charset="0"/>
                  <a:cs typeface="Arial" panose="020B0604020202020204" pitchFamily="34" charset="0"/>
                </a:rPr>
                <a:t>Background of the Study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C322F-B213-4772-8628-B58D3CE8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399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2</a:t>
            </a:fld>
            <a:endParaRPr lang="en-GH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76C1D-3EB1-4AC6-B160-D174AFAC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2E18-1463-473B-968D-B49D2793F9FB}" type="datetime8">
              <a:rPr lang="en-GH" smtClean="0"/>
              <a:t>05/11/2026 07:58</a:t>
            </a:fld>
            <a:endParaRPr lang="en-GH"/>
          </a:p>
        </p:txBody>
      </p:sp>
      <p:grpSp>
        <p:nvGrpSpPr>
          <p:cNvPr id="35" name="Groupe 10">
            <a:extLst>
              <a:ext uri="{FF2B5EF4-FFF2-40B4-BE49-F238E27FC236}">
                <a16:creationId xmlns:a16="http://schemas.microsoft.com/office/drawing/2014/main" id="{D79F652E-ECA2-4940-BFDC-F6F854DB243C}"/>
              </a:ext>
            </a:extLst>
          </p:cNvPr>
          <p:cNvGrpSpPr/>
          <p:nvPr/>
        </p:nvGrpSpPr>
        <p:grpSpPr>
          <a:xfrm>
            <a:off x="1715268" y="2588683"/>
            <a:ext cx="8645622" cy="718295"/>
            <a:chOff x="1174991" y="3500915"/>
            <a:chExt cx="7555596" cy="50414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D2CF4C6-E6E6-4ED9-B4B3-AD55F951F085}"/>
                </a:ext>
              </a:extLst>
            </p:cNvPr>
            <p:cNvSpPr/>
            <p:nvPr/>
          </p:nvSpPr>
          <p:spPr>
            <a:xfrm>
              <a:off x="1174991" y="3500915"/>
              <a:ext cx="581341" cy="504149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C8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63" dirty="0">
                  <a:ln>
                    <a:solidFill>
                      <a:srgbClr val="C00000"/>
                    </a:solidFill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</a:p>
          </p:txBody>
        </p:sp>
        <p:sp>
          <p:nvSpPr>
            <p:cNvPr id="37" name="Rectangle : coins arrondis 12">
              <a:extLst>
                <a:ext uri="{FF2B5EF4-FFF2-40B4-BE49-F238E27FC236}">
                  <a16:creationId xmlns:a16="http://schemas.microsoft.com/office/drawing/2014/main" id="{E72116A5-A7F1-403F-AC7F-E1AE99062F97}"/>
                </a:ext>
              </a:extLst>
            </p:cNvPr>
            <p:cNvSpPr/>
            <p:nvPr/>
          </p:nvSpPr>
          <p:spPr>
            <a:xfrm>
              <a:off x="1740065" y="3513766"/>
              <a:ext cx="6990522" cy="475397"/>
            </a:xfrm>
            <a:prstGeom prst="round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2135" b="1" dirty="0">
                  <a:latin typeface="Arial" panose="020B0604020202020204" pitchFamily="34" charset="0"/>
                  <a:cs typeface="Arial" panose="020B0604020202020204" pitchFamily="34" charset="0"/>
                </a:rPr>
                <a:t>Objectives</a:t>
              </a:r>
            </a:p>
          </p:txBody>
        </p:sp>
      </p:grpSp>
      <p:grpSp>
        <p:nvGrpSpPr>
          <p:cNvPr id="38" name="Groupe 13">
            <a:extLst>
              <a:ext uri="{FF2B5EF4-FFF2-40B4-BE49-F238E27FC236}">
                <a16:creationId xmlns:a16="http://schemas.microsoft.com/office/drawing/2014/main" id="{8A099219-C4E9-4DE0-B5A2-C628B6754069}"/>
              </a:ext>
            </a:extLst>
          </p:cNvPr>
          <p:cNvGrpSpPr/>
          <p:nvPr/>
        </p:nvGrpSpPr>
        <p:grpSpPr>
          <a:xfrm>
            <a:off x="1715269" y="3395608"/>
            <a:ext cx="8645621" cy="604861"/>
            <a:chOff x="1110155" y="4425396"/>
            <a:chExt cx="7638309" cy="45548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6D4AF34-5210-4953-AE05-05230B4A1954}"/>
                </a:ext>
              </a:extLst>
            </p:cNvPr>
            <p:cNvSpPr/>
            <p:nvPr/>
          </p:nvSpPr>
          <p:spPr>
            <a:xfrm>
              <a:off x="1110155" y="4425396"/>
              <a:ext cx="725543" cy="45548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256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IV</a:t>
              </a:r>
            </a:p>
          </p:txBody>
        </p:sp>
        <p:sp>
          <p:nvSpPr>
            <p:cNvPr id="40" name="Rectangle : coins arrondis 15">
              <a:extLst>
                <a:ext uri="{FF2B5EF4-FFF2-40B4-BE49-F238E27FC236}">
                  <a16:creationId xmlns:a16="http://schemas.microsoft.com/office/drawing/2014/main" id="{D0E30B70-C144-446B-B473-2B8E837BE30D}"/>
                </a:ext>
              </a:extLst>
            </p:cNvPr>
            <p:cNvSpPr/>
            <p:nvPr/>
          </p:nvSpPr>
          <p:spPr>
            <a:xfrm>
              <a:off x="1681415" y="4437112"/>
              <a:ext cx="7067049" cy="443764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2135" b="1" dirty="0">
                  <a:latin typeface="Arial" panose="020B0604020202020204" pitchFamily="34" charset="0"/>
                  <a:cs typeface="Arial" panose="020B0604020202020204" pitchFamily="34" charset="0"/>
                </a:rPr>
                <a:t>Study Area</a:t>
              </a:r>
            </a:p>
          </p:txBody>
        </p:sp>
      </p:grpSp>
      <p:grpSp>
        <p:nvGrpSpPr>
          <p:cNvPr id="44" name="Groupe 19">
            <a:extLst>
              <a:ext uri="{FF2B5EF4-FFF2-40B4-BE49-F238E27FC236}">
                <a16:creationId xmlns:a16="http://schemas.microsoft.com/office/drawing/2014/main" id="{44C59A53-D42D-48AB-A199-FA7F5B4E8A97}"/>
              </a:ext>
            </a:extLst>
          </p:cNvPr>
          <p:cNvGrpSpPr/>
          <p:nvPr/>
        </p:nvGrpSpPr>
        <p:grpSpPr>
          <a:xfrm>
            <a:off x="1715269" y="4111618"/>
            <a:ext cx="8641880" cy="604861"/>
            <a:chOff x="1092063" y="4425396"/>
            <a:chExt cx="7656401" cy="4554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8D1278C-1CF7-4508-89A8-EBCA6018EC2E}"/>
                </a:ext>
              </a:extLst>
            </p:cNvPr>
            <p:cNvSpPr/>
            <p:nvPr/>
          </p:nvSpPr>
          <p:spPr>
            <a:xfrm>
              <a:off x="1092063" y="4425396"/>
              <a:ext cx="743634" cy="455480"/>
            </a:xfrm>
            <a:prstGeom prst="rect">
              <a:avLst/>
            </a:prstGeom>
            <a:solidFill>
              <a:srgbClr val="FF7900"/>
            </a:solidFill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256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6" name="Rectangle : coins arrondis 21">
              <a:extLst>
                <a:ext uri="{FF2B5EF4-FFF2-40B4-BE49-F238E27FC236}">
                  <a16:creationId xmlns:a16="http://schemas.microsoft.com/office/drawing/2014/main" id="{E5FABBC9-FEA4-4AC5-ACA6-BF11C736EF0F}"/>
                </a:ext>
              </a:extLst>
            </p:cNvPr>
            <p:cNvSpPr/>
            <p:nvPr/>
          </p:nvSpPr>
          <p:spPr>
            <a:xfrm>
              <a:off x="1681415" y="4437112"/>
              <a:ext cx="7067049" cy="443764"/>
            </a:xfrm>
            <a:prstGeom prst="roundRect">
              <a:avLst/>
            </a:prstGeom>
            <a:ln>
              <a:solidFill>
                <a:srgbClr val="FF79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2135" b="1" dirty="0">
                  <a:latin typeface="Arial" panose="020B0604020202020204" pitchFamily="34" charset="0"/>
                  <a:cs typeface="Arial" panose="020B0604020202020204" pitchFamily="34" charset="0"/>
                </a:rPr>
                <a:t>Data and Methods</a:t>
              </a:r>
            </a:p>
          </p:txBody>
        </p:sp>
      </p:grpSp>
      <p:grpSp>
        <p:nvGrpSpPr>
          <p:cNvPr id="74" name="Groupe 22">
            <a:extLst>
              <a:ext uri="{FF2B5EF4-FFF2-40B4-BE49-F238E27FC236}">
                <a16:creationId xmlns:a16="http://schemas.microsoft.com/office/drawing/2014/main" id="{A439EB56-8745-41C2-B5E0-39341F2D7E6A}"/>
              </a:ext>
            </a:extLst>
          </p:cNvPr>
          <p:cNvGrpSpPr/>
          <p:nvPr/>
        </p:nvGrpSpPr>
        <p:grpSpPr>
          <a:xfrm>
            <a:off x="1715268" y="4815810"/>
            <a:ext cx="8645623" cy="604861"/>
            <a:chOff x="1092063" y="4425396"/>
            <a:chExt cx="7656401" cy="45548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3CF4A57-6D33-4531-B267-AC99FD04A5A3}"/>
                </a:ext>
              </a:extLst>
            </p:cNvPr>
            <p:cNvSpPr/>
            <p:nvPr/>
          </p:nvSpPr>
          <p:spPr>
            <a:xfrm>
              <a:off x="1092063" y="4425396"/>
              <a:ext cx="743634" cy="455480"/>
            </a:xfrm>
            <a:prstGeom prst="rect">
              <a:avLst/>
            </a:prstGeom>
            <a:solidFill>
              <a:srgbClr val="005A8B"/>
            </a:solidFill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256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</a:t>
              </a:r>
            </a:p>
          </p:txBody>
        </p:sp>
        <p:sp>
          <p:nvSpPr>
            <p:cNvPr id="76" name="Rectangle : coins arrondis 24">
              <a:extLst>
                <a:ext uri="{FF2B5EF4-FFF2-40B4-BE49-F238E27FC236}">
                  <a16:creationId xmlns:a16="http://schemas.microsoft.com/office/drawing/2014/main" id="{ED343BF4-F28C-4F01-A9F3-3EA123A0D3E9}"/>
                </a:ext>
              </a:extLst>
            </p:cNvPr>
            <p:cNvSpPr/>
            <p:nvPr/>
          </p:nvSpPr>
          <p:spPr>
            <a:xfrm>
              <a:off x="1681415" y="4437112"/>
              <a:ext cx="7067049" cy="443764"/>
            </a:xfrm>
            <a:prstGeom prst="roundRect">
              <a:avLst/>
            </a:prstGeom>
            <a:ln>
              <a:solidFill>
                <a:srgbClr val="005A8B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135" b="1" dirty="0">
                  <a:latin typeface="Arial" panose="020B0604020202020204" pitchFamily="34" charset="0"/>
                  <a:cs typeface="Arial" panose="020B0604020202020204" pitchFamily="34" charset="0"/>
                </a:rPr>
                <a:t>Results and Discussions</a:t>
              </a:r>
              <a:endParaRPr lang="fr-FR" sz="2135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Groupe 16">
            <a:extLst>
              <a:ext uri="{FF2B5EF4-FFF2-40B4-BE49-F238E27FC236}">
                <a16:creationId xmlns:a16="http://schemas.microsoft.com/office/drawing/2014/main" id="{BC163BDB-2D20-4E98-A411-6A602ACB0B22}"/>
              </a:ext>
            </a:extLst>
          </p:cNvPr>
          <p:cNvGrpSpPr/>
          <p:nvPr/>
        </p:nvGrpSpPr>
        <p:grpSpPr>
          <a:xfrm>
            <a:off x="1732521" y="5485319"/>
            <a:ext cx="8611369" cy="601548"/>
            <a:chOff x="1032863" y="5424287"/>
            <a:chExt cx="7732427" cy="45298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54CC692-CEE0-4369-999C-14DDAFFF50FD}"/>
                </a:ext>
              </a:extLst>
            </p:cNvPr>
            <p:cNvSpPr/>
            <p:nvPr/>
          </p:nvSpPr>
          <p:spPr>
            <a:xfrm>
              <a:off x="1032863" y="5433508"/>
              <a:ext cx="654203" cy="44376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6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VII</a:t>
              </a:r>
            </a:p>
          </p:txBody>
        </p:sp>
        <p:sp>
          <p:nvSpPr>
            <p:cNvPr id="79" name="Rectangle : coins arrondis 18">
              <a:extLst>
                <a:ext uri="{FF2B5EF4-FFF2-40B4-BE49-F238E27FC236}">
                  <a16:creationId xmlns:a16="http://schemas.microsoft.com/office/drawing/2014/main" id="{0D1B4017-301E-4E9D-93F7-2D563E9CC384}"/>
                </a:ext>
              </a:extLst>
            </p:cNvPr>
            <p:cNvSpPr/>
            <p:nvPr/>
          </p:nvSpPr>
          <p:spPr>
            <a:xfrm>
              <a:off x="1698242" y="5424287"/>
              <a:ext cx="7067048" cy="443764"/>
            </a:xfrm>
            <a:prstGeom prst="round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922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fr-FR" sz="2135" b="1" dirty="0">
                  <a:latin typeface="Arial" panose="020B0604020202020204" pitchFamily="34" charset="0"/>
                  <a:cs typeface="Arial" panose="020B0604020202020204" pitchFamily="34" charset="0"/>
                </a:rPr>
                <a:t>Conclusion and recommandations</a:t>
              </a:r>
            </a:p>
            <a:p>
              <a:pPr algn="ctr"/>
              <a:endParaRPr lang="fr-FR" sz="1922" dirty="0"/>
            </a:p>
          </p:txBody>
        </p:sp>
      </p:grpSp>
    </p:spTree>
    <p:extLst>
      <p:ext uri="{BB962C8B-B14F-4D97-AF65-F5344CB8AC3E}">
        <p14:creationId xmlns:p14="http://schemas.microsoft.com/office/powerpoint/2010/main" val="317550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23F847-B794-43B5-9B85-E8CC960FB61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532" y="1642533"/>
            <a:ext cx="8199967" cy="446193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C1B859-7A74-43EE-A4A2-EAFB2D9B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399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3</a:t>
            </a:fld>
            <a:endParaRPr lang="en-GH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4093E7-C41E-48BB-9B56-92ACBF45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454FD-D15E-4676-889D-87FC6D282353}" type="datetime8">
              <a:rPr lang="en-GH" smtClean="0"/>
              <a:t>05/11/2026 08:17</a:t>
            </a:fld>
            <a:endParaRPr lang="en-GH"/>
          </a:p>
        </p:txBody>
      </p:sp>
      <p:graphicFrame>
        <p:nvGraphicFramePr>
          <p:cNvPr id="16" name="Diagramme 20">
            <a:extLst>
              <a:ext uri="{FF2B5EF4-FFF2-40B4-BE49-F238E27FC236}">
                <a16:creationId xmlns:a16="http://schemas.microsoft.com/office/drawing/2014/main" id="{666C08A6-D3DB-4E74-9979-D252FAFEF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3025682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5CE82D5-1E7B-4C06-9670-F13F5661C732}"/>
              </a:ext>
            </a:extLst>
          </p:cNvPr>
          <p:cNvSpPr txBox="1"/>
          <p:nvPr/>
        </p:nvSpPr>
        <p:spPr>
          <a:xfrm>
            <a:off x="177801" y="1008640"/>
            <a:ext cx="6180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MAXIMUM TEMPERATURE</a:t>
            </a:r>
            <a:endParaRPr lang="en-GH" sz="28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60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0E45B4-61B0-4E87-92E1-616448B03F5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334" y="1718733"/>
            <a:ext cx="8094132" cy="433493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23D701-CB28-400E-9496-BA34AE0D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3533" y="6356350"/>
            <a:ext cx="440267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4</a:t>
            </a:fld>
            <a:endParaRPr lang="en-GH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458B63-9A18-4A6E-BD1B-C2F84540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7F255-B863-4F9E-ADF1-49D36FE8391D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B3931-1810-410F-ACD1-C65B2B74B94F}"/>
              </a:ext>
            </a:extLst>
          </p:cNvPr>
          <p:cNvSpPr txBox="1"/>
          <p:nvPr/>
        </p:nvSpPr>
        <p:spPr>
          <a:xfrm>
            <a:off x="177802" y="1114155"/>
            <a:ext cx="5808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MINIMUM TEMPERATURE</a:t>
            </a:r>
            <a:endParaRPr lang="en-GH" sz="28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7" name="Diagramme 20">
            <a:extLst>
              <a:ext uri="{FF2B5EF4-FFF2-40B4-BE49-F238E27FC236}">
                <a16:creationId xmlns:a16="http://schemas.microsoft.com/office/drawing/2014/main" id="{ECAF2BD0-E1D8-4EDE-928E-EE30AB2BE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935816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374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330F86-AF3A-4976-9425-3896F002889E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267" y="1769533"/>
            <a:ext cx="8288707" cy="440527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64E7EE-90A3-4029-97E4-9EE1688D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8133" y="6356350"/>
            <a:ext cx="465666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5</a:t>
            </a:fld>
            <a:endParaRPr lang="en-GH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D55D7-E277-4B14-BCCB-09A01F74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99F2-013F-4E1C-ABAF-5A5937F24A14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4B2A8-3E3A-4313-B466-5F18BFC15CDB}"/>
              </a:ext>
            </a:extLst>
          </p:cNvPr>
          <p:cNvSpPr txBox="1"/>
          <p:nvPr/>
        </p:nvSpPr>
        <p:spPr>
          <a:xfrm>
            <a:off x="177802" y="1114155"/>
            <a:ext cx="4546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SOLAR RADIATION</a:t>
            </a:r>
            <a:endParaRPr lang="en-GH" sz="28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7" name="Diagramme 20">
            <a:extLst>
              <a:ext uri="{FF2B5EF4-FFF2-40B4-BE49-F238E27FC236}">
                <a16:creationId xmlns:a16="http://schemas.microsoft.com/office/drawing/2014/main" id="{EAD8CCAC-2860-4AF6-A8A9-EB4B18950D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935816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907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1620F2-9A6D-4097-A9C9-826CEE325D93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200" y="1637375"/>
            <a:ext cx="8205797" cy="446193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5B17F2-235E-45DE-B417-0BFE3CCB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8133" y="6356350"/>
            <a:ext cx="465666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6</a:t>
            </a:fld>
            <a:endParaRPr lang="en-GH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F3DDF7-EEC4-46E8-9D51-3F718CDA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492-5097-494C-84D8-177F3982EA87}" type="datetime8">
              <a:rPr lang="en-GH" smtClean="0"/>
              <a:t>05/11/2026 07:58</a:t>
            </a:fld>
            <a:endParaRPr lang="en-G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2195D-F2F5-4E64-8DCD-74806D3B8DA0}"/>
              </a:ext>
            </a:extLst>
          </p:cNvPr>
          <p:cNvSpPr txBox="1"/>
          <p:nvPr/>
        </p:nvSpPr>
        <p:spPr>
          <a:xfrm>
            <a:off x="177802" y="1114155"/>
            <a:ext cx="4546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PRECIPITATION</a:t>
            </a:r>
            <a:endParaRPr lang="en-GH" sz="28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7" name="Diagramme 20">
            <a:extLst>
              <a:ext uri="{FF2B5EF4-FFF2-40B4-BE49-F238E27FC236}">
                <a16:creationId xmlns:a16="http://schemas.microsoft.com/office/drawing/2014/main" id="{18BD8446-DFE4-44B9-8AEB-D051F5655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935816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3135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5B17F2-235E-45DE-B417-0BFE3CCB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8133" y="6356350"/>
            <a:ext cx="465666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7</a:t>
            </a:fld>
            <a:endParaRPr lang="en-GH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F3DDF7-EEC4-46E8-9D51-3F718CDA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492-5097-494C-84D8-177F3982EA87}" type="datetime8">
              <a:rPr lang="en-GH" smtClean="0"/>
              <a:t>05/11/2026 08:23</a:t>
            </a:fld>
            <a:endParaRPr lang="en-GH"/>
          </a:p>
        </p:txBody>
      </p:sp>
      <p:graphicFrame>
        <p:nvGraphicFramePr>
          <p:cNvPr id="17" name="Diagramme 20">
            <a:extLst>
              <a:ext uri="{FF2B5EF4-FFF2-40B4-BE49-F238E27FC236}">
                <a16:creationId xmlns:a16="http://schemas.microsoft.com/office/drawing/2014/main" id="{18BD8446-DFE4-44B9-8AEB-D051F5655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935816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51559" y="586822"/>
            <a:ext cx="393264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3"/>
          <p:cNvSpPr txBox="1">
            <a:spLocks/>
          </p:cNvSpPr>
          <p:nvPr/>
        </p:nvSpPr>
        <p:spPr>
          <a:xfrm>
            <a:off x="4416546" y="2627217"/>
            <a:ext cx="3377626" cy="360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H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B9CEFD-612F-4CB2-9120-67DCBEEFF655}"/>
              </a:ext>
            </a:extLst>
          </p:cNvPr>
          <p:cNvSpPr txBox="1">
            <a:spLocks/>
          </p:cNvSpPr>
          <p:nvPr/>
        </p:nvSpPr>
        <p:spPr>
          <a:xfrm>
            <a:off x="4965917" y="365121"/>
            <a:ext cx="6755946" cy="2089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Bias = Ensemble Mean - Reference</a:t>
            </a:r>
          </a:p>
        </p:txBody>
      </p:sp>
      <p:pic>
        <p:nvPicPr>
          <p:cNvPr id="11" name="Content Placeholder 16">
            <a:extLst>
              <a:ext uri="{FF2B5EF4-FFF2-40B4-BE49-F238E27FC236}">
                <a16:creationId xmlns:a16="http://schemas.microsoft.com/office/drawing/2014/main" id="{6D53F3C9-7BD4-4F9E-8FE3-1DD2D1ADA7F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r="29303" b="62180"/>
          <a:stretch/>
        </p:blipFill>
        <p:spPr>
          <a:xfrm>
            <a:off x="1123929" y="2627217"/>
            <a:ext cx="9944142" cy="360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5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5B17F2-235E-45DE-B417-0BFE3CCB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8133" y="6356350"/>
            <a:ext cx="465666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8</a:t>
            </a:fld>
            <a:endParaRPr lang="en-GH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F3DDF7-EEC4-46E8-9D51-3F718CDA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492-5097-494C-84D8-177F3982EA87}" type="datetime8">
              <a:rPr lang="en-GH" smtClean="0"/>
              <a:t>05/11/2026 08:25</a:t>
            </a:fld>
            <a:endParaRPr lang="en-GH"/>
          </a:p>
        </p:txBody>
      </p:sp>
      <p:graphicFrame>
        <p:nvGraphicFramePr>
          <p:cNvPr id="17" name="Diagramme 20">
            <a:extLst>
              <a:ext uri="{FF2B5EF4-FFF2-40B4-BE49-F238E27FC236}">
                <a16:creationId xmlns:a16="http://schemas.microsoft.com/office/drawing/2014/main" id="{18BD8446-DFE4-44B9-8AEB-D051F5655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935816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3"/>
          <p:cNvSpPr txBox="1">
            <a:spLocks/>
          </p:cNvSpPr>
          <p:nvPr/>
        </p:nvSpPr>
        <p:spPr>
          <a:xfrm>
            <a:off x="4416546" y="2627217"/>
            <a:ext cx="3377626" cy="360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H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Model Projection 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E249A9FE-DD74-4727-B3C5-CDD8FBFBB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2055494"/>
            <a:ext cx="9606094" cy="44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1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5B17F2-235E-45DE-B417-0BFE3CCB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8133" y="6356350"/>
            <a:ext cx="465666" cy="365125"/>
          </a:xfrm>
        </p:spPr>
        <p:txBody>
          <a:bodyPr/>
          <a:lstStyle/>
          <a:p>
            <a:fld id="{CFBE681A-45E9-4723-8BE0-9EFF18FDFD0B}" type="slidenum">
              <a:rPr lang="en-GH" smtClean="0"/>
              <a:t>9</a:t>
            </a:fld>
            <a:endParaRPr lang="en-GH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F3DDF7-EEC4-46E8-9D51-3F718CDA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B492-5097-494C-84D8-177F3982EA87}" type="datetime8">
              <a:rPr lang="en-GH" smtClean="0"/>
              <a:t>05/11/2026 08:28</a:t>
            </a:fld>
            <a:endParaRPr lang="en-GH"/>
          </a:p>
        </p:txBody>
      </p:sp>
      <p:graphicFrame>
        <p:nvGraphicFramePr>
          <p:cNvPr id="17" name="Diagramme 20">
            <a:extLst>
              <a:ext uri="{FF2B5EF4-FFF2-40B4-BE49-F238E27FC236}">
                <a16:creationId xmlns:a16="http://schemas.microsoft.com/office/drawing/2014/main" id="{18BD8446-DFE4-44B9-8AEB-D051F5655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935816"/>
              </p:ext>
            </p:extLst>
          </p:nvPr>
        </p:nvGraphicFramePr>
        <p:xfrm>
          <a:off x="0" y="0"/>
          <a:ext cx="12192000" cy="74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Evolution of Consecutives dry day 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720722A8-1142-4405-9C75-09515790DF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2482" y="1807898"/>
            <a:ext cx="9530593" cy="473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8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42E0EB40D7D744A08B8D865F4D9473" ma:contentTypeVersion="4" ma:contentTypeDescription="Create a new document." ma:contentTypeScope="" ma:versionID="aa06ca9b39d6c2800479cb6ffe310673">
  <xsd:schema xmlns:xsd="http://www.w3.org/2001/XMLSchema" xmlns:xs="http://www.w3.org/2001/XMLSchema" xmlns:p="http://schemas.microsoft.com/office/2006/metadata/properties" xmlns:ns3="79b09db7-7634-4bda-bc7e-9cc543e32119" targetNamespace="http://schemas.microsoft.com/office/2006/metadata/properties" ma:root="true" ma:fieldsID="0d3803812b51f58e20e038df7656f3a3" ns3:_="">
    <xsd:import namespace="79b09db7-7634-4bda-bc7e-9cc543e3211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09db7-7634-4bda-bc7e-9cc543e321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9534F2-BE75-4293-B61E-934BD3CBB2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b09db7-7634-4bda-bc7e-9cc543e321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72FE61-3F45-44C8-8734-8872A825EAA6}">
  <ds:schemaRefs>
    <ds:schemaRef ds:uri="http://schemas.microsoft.com/office/2006/documentManagement/types"/>
    <ds:schemaRef ds:uri="http://schemas.microsoft.com/office/infopath/2007/PartnerControls"/>
    <ds:schemaRef ds:uri="79b09db7-7634-4bda-bc7e-9cc543e32119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5218A47-3678-4823-87E6-DD19578F37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7631</TotalTime>
  <Words>550</Words>
  <Application>Microsoft Office PowerPoint</Application>
  <PresentationFormat>Widescreen</PresentationFormat>
  <Paragraphs>127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Evaluation of Microphysics (mp) Schemes in WRF Model for Simulating Key Climate Variables over West Africa.  Assessment of Consecutive Dry Days (CDD) in West Africa:  Model Evaluation and Climate Projections</vt:lpstr>
      <vt:lpstr>Outline</vt:lpstr>
      <vt:lpstr>PowerPoint Presentation</vt:lpstr>
      <vt:lpstr>PowerPoint Presentation</vt:lpstr>
      <vt:lpstr>PowerPoint Presentation</vt:lpstr>
      <vt:lpstr>PowerPoint Presentation</vt:lpstr>
      <vt:lpstr>Model Evaluation</vt:lpstr>
      <vt:lpstr>Model Projection </vt:lpstr>
      <vt:lpstr>Evolution of Consecutives dry day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Ibrahim SAVADOGO</cp:lastModifiedBy>
  <cp:revision>147</cp:revision>
  <dcterms:created xsi:type="dcterms:W3CDTF">2024-07-17T22:49:03Z</dcterms:created>
  <dcterms:modified xsi:type="dcterms:W3CDTF">2026-05-11T14:39:33Z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0x010100B442E0EB40D7D744A08B8D865F4D9473</vt:lpwstr>
  </property>
</Properties>
</file>