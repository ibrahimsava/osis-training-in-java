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</p:sldMasterIdLst>
  <p:notesMasterIdLst>
    <p:notesMasterId r:id="rId8"/>
  </p:notesMasterIdLst>
  <p:handoutMasterIdLst>
    <p:handoutMasterId r:id="rId9"/>
  </p:handoutMasterIdLst>
  <p:sldIdLst>
    <p:sldId id="256" r:id="rId2"/>
    <p:sldId id="356" r:id="rId3"/>
    <p:sldId id="357" r:id="rId4"/>
    <p:sldId id="371" r:id="rId5"/>
    <p:sldId id="327" r:id="rId6"/>
    <p:sldId id="345" r:id="rId7"/>
  </p:sldIdLst>
  <p:sldSz cx="9144000" cy="6858000" type="screen4x3"/>
  <p:notesSz cx="7010400" cy="9296400"/>
  <p:defaultTextStyle>
    <a:defPPr>
      <a:defRPr lang="fr-CA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001A"/>
    <a:srgbClr val="777777"/>
    <a:srgbClr val="006600"/>
    <a:srgbClr val="E3CDD0"/>
    <a:srgbClr val="FFFF99"/>
    <a:srgbClr val="FF6600"/>
    <a:srgbClr val="FF33CC"/>
    <a:srgbClr val="002C56"/>
    <a:srgbClr val="CBD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 autoAdjust="0"/>
    <p:restoredTop sz="94687" autoAdjust="0"/>
  </p:normalViewPr>
  <p:slideViewPr>
    <p:cSldViewPr>
      <p:cViewPr varScale="1">
        <p:scale>
          <a:sx n="78" d="100"/>
          <a:sy n="78" d="100"/>
        </p:scale>
        <p:origin x="940" y="64"/>
      </p:cViewPr>
      <p:guideLst/>
    </p:cSldViewPr>
  </p:slideViewPr>
  <p:outlineViewPr>
    <p:cViewPr>
      <p:scale>
        <a:sx n="33" d="100"/>
        <a:sy n="33" d="100"/>
      </p:scale>
      <p:origin x="0" y="19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2540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EFB73F57-00A7-4824-AB68-DA8CEE9E7E80}" type="slidenum">
              <a:rPr lang="fr-CA"/>
              <a:pPr>
                <a:defRPr/>
              </a:pPr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857191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CA" noProof="0"/>
              <a:t>Cliquez pour modifier les styles du texte du masque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  <a:p>
            <a:pPr lvl="4"/>
            <a:r>
              <a:rPr lang="fr-CA" noProof="0"/>
              <a:t>Cinquième niveau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4824BCD5-7DB3-4570-95FB-D6BD68920CD5}" type="slidenum">
              <a:rPr lang="fr-CA"/>
              <a:pPr>
                <a:defRPr/>
              </a:pPr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213082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24BCD5-7DB3-4570-95FB-D6BD68920CD5}" type="slidenum">
              <a:rPr lang="fr-CA" smtClean="0"/>
              <a:pPr>
                <a:defRPr/>
              </a:pPr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41517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115888"/>
            <a:ext cx="971550" cy="5762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CA"/>
          </a:p>
        </p:txBody>
      </p:sp>
      <p:sp>
        <p:nvSpPr>
          <p:cNvPr id="5" name="Rectangle 4"/>
          <p:cNvSpPr/>
          <p:nvPr userDrawn="1"/>
        </p:nvSpPr>
        <p:spPr>
          <a:xfrm>
            <a:off x="0" y="6237288"/>
            <a:ext cx="6876256" cy="620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CA"/>
          </a:p>
        </p:txBody>
      </p:sp>
      <p:sp>
        <p:nvSpPr>
          <p:cNvPr id="6" name="Rectangle 5"/>
          <p:cNvSpPr/>
          <p:nvPr userDrawn="1"/>
        </p:nvSpPr>
        <p:spPr>
          <a:xfrm>
            <a:off x="0" y="549275"/>
            <a:ext cx="9144000" cy="620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CA"/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331640" y="1916832"/>
            <a:ext cx="6048672" cy="1519808"/>
          </a:xfrm>
        </p:spPr>
        <p:txBody>
          <a:bodyPr/>
          <a:lstStyle>
            <a:lvl1pPr algn="r">
              <a:defRPr sz="4000">
                <a:solidFill>
                  <a:srgbClr val="E2001A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 lvl="0"/>
            <a:r>
              <a:rPr lang="fr-CA" noProof="0" dirty="0"/>
              <a:t>Cliquez et modifiez le titre</a:t>
            </a:r>
          </a:p>
        </p:txBody>
      </p:sp>
      <p:sp>
        <p:nvSpPr>
          <p:cNvPr id="23555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411760" y="3518712"/>
            <a:ext cx="6480720" cy="1278440"/>
          </a:xfrm>
        </p:spPr>
        <p:txBody>
          <a:bodyPr/>
          <a:lstStyle>
            <a:lvl1pPr marL="0" indent="0" algn="r">
              <a:buFontTx/>
              <a:buNone/>
              <a:defRPr sz="2600" i="1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 lvl="0"/>
            <a:r>
              <a:rPr lang="fr-CA" noProof="0" dirty="0"/>
              <a:t>Cliquez pour modifier le style des sous-titres du masque</a:t>
            </a:r>
          </a:p>
        </p:txBody>
      </p:sp>
      <p:cxnSp>
        <p:nvCxnSpPr>
          <p:cNvPr id="19" name="Connecteur en angle 18"/>
          <p:cNvCxnSpPr/>
          <p:nvPr userDrawn="1"/>
        </p:nvCxnSpPr>
        <p:spPr>
          <a:xfrm>
            <a:off x="211138" y="1484784"/>
            <a:ext cx="8681342" cy="38698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necteur en angle 23"/>
          <p:cNvCxnSpPr/>
          <p:nvPr userDrawn="1"/>
        </p:nvCxnSpPr>
        <p:spPr>
          <a:xfrm flipV="1">
            <a:off x="210443" y="1440160"/>
            <a:ext cx="8682037" cy="123178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Arrondir un rectangle avec un coin diagonal 26"/>
          <p:cNvSpPr/>
          <p:nvPr userDrawn="1"/>
        </p:nvSpPr>
        <p:spPr>
          <a:xfrm>
            <a:off x="35496" y="4899724"/>
            <a:ext cx="3960440" cy="292606"/>
          </a:xfrm>
          <a:prstGeom prst="round2Diag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" name="Espace réservé pour une image  4" descr="Début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6" y="5515793"/>
            <a:ext cx="452965" cy="14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ZoneTexte 28"/>
          <p:cNvSpPr txBox="1"/>
          <p:nvPr userDrawn="1"/>
        </p:nvSpPr>
        <p:spPr>
          <a:xfrm>
            <a:off x="35496" y="4859868"/>
            <a:ext cx="3960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La Force de l’Engagement et de l’Expertise</a:t>
            </a:r>
          </a:p>
        </p:txBody>
      </p:sp>
      <p:pic>
        <p:nvPicPr>
          <p:cNvPr id="21" name="Espace réservé pour une image  4" descr="Début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9" y="5877272"/>
            <a:ext cx="452965" cy="14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Espace réservé pour une image  4" descr="Début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235873"/>
            <a:ext cx="452965" cy="14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Espace réservé pour une image  4" descr="Début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9" y="6595913"/>
            <a:ext cx="452965" cy="14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Imag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260648"/>
            <a:ext cx="2298552" cy="1086087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79450" y="1484313"/>
            <a:ext cx="3927475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759325" y="1484313"/>
            <a:ext cx="3927475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Modifiez le style du titre</a:t>
            </a:r>
            <a:endParaRPr lang="fr-CA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CA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732588" y="-100013"/>
            <a:ext cx="2016125" cy="59769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79450" y="-100013"/>
            <a:ext cx="5900738" cy="59769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84213" y="-188913"/>
            <a:ext cx="8208962" cy="114300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CA" dirty="0"/>
              <a:t>Cliquez et modifiez le titre</a:t>
            </a: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9449" y="1125538"/>
            <a:ext cx="8213725" cy="4751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CA" dirty="0"/>
              <a:t>Cliquez pour modifier les styles du texte du masque</a:t>
            </a:r>
          </a:p>
          <a:p>
            <a:pPr lvl="1"/>
            <a:r>
              <a:rPr lang="fr-CA" dirty="0"/>
              <a:t>Deuxième niveau</a:t>
            </a:r>
          </a:p>
          <a:p>
            <a:pPr lvl="2"/>
            <a:r>
              <a:rPr lang="fr-CA" dirty="0"/>
              <a:t> Troisième niveau</a:t>
            </a:r>
          </a:p>
          <a:p>
            <a:pPr lvl="3"/>
            <a:r>
              <a:rPr lang="fr-CA" dirty="0"/>
              <a:t>Quatrième niveau</a:t>
            </a:r>
          </a:p>
          <a:p>
            <a:pPr lvl="4"/>
            <a:r>
              <a:rPr lang="fr-CA" dirty="0"/>
              <a:t>Cinquième niveau</a:t>
            </a:r>
          </a:p>
        </p:txBody>
      </p:sp>
      <p:cxnSp>
        <p:nvCxnSpPr>
          <p:cNvPr id="10" name="Connecteur en angle 9"/>
          <p:cNvCxnSpPr/>
          <p:nvPr userDrawn="1"/>
        </p:nvCxnSpPr>
        <p:spPr>
          <a:xfrm flipV="1">
            <a:off x="679450" y="764704"/>
            <a:ext cx="8213725" cy="72008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Connecteur en angle 10"/>
          <p:cNvCxnSpPr/>
          <p:nvPr userDrawn="1"/>
        </p:nvCxnSpPr>
        <p:spPr>
          <a:xfrm flipV="1">
            <a:off x="679450" y="686150"/>
            <a:ext cx="8213725" cy="78554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Espace réservé pour une image  4" descr="Nouvelle notification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68344" y="6416675"/>
            <a:ext cx="1296144" cy="388330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0" y="296962"/>
            <a:ext cx="679450" cy="39573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5" name="Image 1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002C56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002C56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002C56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002C56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ＭＳ Ｐゴシック" pitchFamily="28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ü"/>
        <a:defRPr sz="2400">
          <a:solidFill>
            <a:srgbClr val="001523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ü"/>
        <a:defRPr sz="2000">
          <a:solidFill>
            <a:srgbClr val="001523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453336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D6301BB6-AEF3-4BDF-B8AB-15484F3999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5378" y="116632"/>
            <a:ext cx="2320758" cy="125700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8BE8AC3-2515-43CB-9089-C1E6D9007D9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6307338"/>
            <a:ext cx="1296144" cy="515307"/>
          </a:xfrm>
          <a:prstGeom prst="rect">
            <a:avLst/>
          </a:prstGeom>
        </p:spPr>
      </p:pic>
      <p:sp>
        <p:nvSpPr>
          <p:cNvPr id="8" name="Titre 7">
            <a:extLst>
              <a:ext uri="{FF2B5EF4-FFF2-40B4-BE49-F238E27FC236}">
                <a16:creationId xmlns:a16="http://schemas.microsoft.com/office/drawing/2014/main" id="{29C277DC-CA85-4F4B-92F7-66515D6D0B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3688" y="1916832"/>
            <a:ext cx="5472608" cy="2520280"/>
          </a:xfrm>
        </p:spPr>
        <p:txBody>
          <a:bodyPr/>
          <a:lstStyle/>
          <a:p>
            <a:pPr algn="ctr"/>
            <a:r>
              <a:rPr lang="fr-FR" sz="4800" dirty="0" smtClean="0"/>
              <a:t>THEME: Génériques et Collections (1)</a:t>
            </a:r>
            <a:endParaRPr lang="fr-FR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300" cap="none" dirty="0">
                <a:solidFill>
                  <a:srgbClr val="FF0000"/>
                </a:solidFill>
                <a:latin typeface="+mn-lt"/>
              </a:rPr>
              <a:t>SOMMAIRE</a:t>
            </a:r>
          </a:p>
        </p:txBody>
      </p:sp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1F14F53A-C3CD-418C-B4AE-2BA5008321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6307338"/>
            <a:ext cx="1296144" cy="51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717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6400800"/>
            <a:ext cx="1554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8197348-5CC2-499B-8197-C94C5D8B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51802"/>
            <a:ext cx="8208912" cy="540894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fr-CA" sz="2400" cap="none" dirty="0">
                <a:solidFill>
                  <a:srgbClr val="FF0000"/>
                </a:solidFill>
              </a:rPr>
              <a:t>INTRODUCTION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C68D4D3-B500-4716-B843-F3048BF30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307338"/>
            <a:ext cx="1296144" cy="51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938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6">
            <a:extLst>
              <a:ext uri="{FF2B5EF4-FFF2-40B4-BE49-F238E27FC236}">
                <a16:creationId xmlns:a16="http://schemas.microsoft.com/office/drawing/2014/main" id="{98BE8AC3-2515-43CB-9089-C1E6D9007D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6307338"/>
            <a:ext cx="1296144" cy="51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918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684213" y="99119"/>
            <a:ext cx="8064500" cy="665585"/>
          </a:xfrm>
        </p:spPr>
        <p:txBody>
          <a:bodyPr/>
          <a:lstStyle/>
          <a:p>
            <a:endParaRPr lang="fr-CA" dirty="0">
              <a:solidFill>
                <a:srgbClr val="FF0000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2310710" y="2780928"/>
            <a:ext cx="4493538" cy="156966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fr-CA" sz="9600" b="1" dirty="0">
                <a:ln w="11430"/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Merci !</a:t>
            </a:r>
            <a:r>
              <a:rPr lang="fr-CA" sz="9600" b="1" dirty="0">
                <a:ln w="11430"/>
                <a:solidFill>
                  <a:schemeClr val="bg1">
                    <a:lumMod val="50000"/>
                  </a:schemeClr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1421D6F-C5F1-42E4-86F1-5ED2F5C6A9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6307338"/>
            <a:ext cx="1296144" cy="5153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684213" y="44624"/>
            <a:ext cx="8208962" cy="837456"/>
          </a:xfrm>
        </p:spPr>
        <p:txBody>
          <a:bodyPr/>
          <a:lstStyle/>
          <a:p>
            <a:r>
              <a:rPr lang="fr-CA">
                <a:solidFill>
                  <a:srgbClr val="C00000"/>
                </a:solidFill>
              </a:rPr>
              <a:t>Questions …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2627784" y="2708920"/>
            <a:ext cx="345638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0" b="1" dirty="0">
                <a:solidFill>
                  <a:schemeClr val="bg1"/>
                </a:solidFill>
              </a:rPr>
              <a:t>Q&amp;A</a:t>
            </a:r>
          </a:p>
          <a:p>
            <a:pPr algn="ctr"/>
            <a:r>
              <a:rPr lang="fr-FR" b="1" dirty="0">
                <a:solidFill>
                  <a:schemeClr val="bg1"/>
                </a:solidFill>
              </a:rPr>
              <a:t>www.osositechnologies.com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8" y="2119313"/>
            <a:ext cx="8963025" cy="261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ZoneTexte 1"/>
          <p:cNvSpPr txBox="1"/>
          <p:nvPr/>
        </p:nvSpPr>
        <p:spPr>
          <a:xfrm>
            <a:off x="744949" y="2691713"/>
            <a:ext cx="74168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6000" b="1" dirty="0">
                <a:solidFill>
                  <a:schemeClr val="bg1"/>
                </a:solidFill>
              </a:rPr>
              <a:t>Q&amp;A</a:t>
            </a:r>
          </a:p>
          <a:p>
            <a:pPr algn="ctr"/>
            <a:r>
              <a:rPr lang="fr-CA" sz="2800" b="1" dirty="0">
                <a:solidFill>
                  <a:schemeClr val="bg1"/>
                </a:solidFill>
              </a:rPr>
              <a:t>www.osistechnologies.com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F8C955B-5C10-4975-B7E2-47CF609D45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6307338"/>
            <a:ext cx="1296144" cy="51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523383"/>
      </p:ext>
    </p:extLst>
  </p:cSld>
  <p:clrMapOvr>
    <a:masterClrMapping/>
  </p:clrMapOvr>
</p:sld>
</file>

<file path=ppt/theme/theme1.xml><?xml version="1.0" encoding="utf-8"?>
<a:theme xmlns:a="http://schemas.openxmlformats.org/drawingml/2006/main" name="Section OIM">
  <a:themeElements>
    <a:clrScheme name="Section OI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ection OIM">
      <a:majorFont>
        <a:latin typeface="Arial"/>
        <a:ea typeface="ＭＳ Ｐゴシック"/>
        <a:cs typeface=""/>
      </a:majorFont>
      <a:minorFont>
        <a:latin typeface="Trebuchet MS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ection OI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ction OIM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ction OIM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ction OIM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ction OIM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ction OIM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ction OIM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ction OIM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ction OIM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ction OIM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ction OIM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ection OIM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13119</TotalTime>
  <Words>19</Words>
  <Application>Microsoft Office PowerPoint</Application>
  <PresentationFormat>On-screen Show (4:3)</PresentationFormat>
  <Paragraphs>10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Arial Narrow</vt:lpstr>
      <vt:lpstr>Calibri</vt:lpstr>
      <vt:lpstr>Times New Roman</vt:lpstr>
      <vt:lpstr>Trebuchet MS</vt:lpstr>
      <vt:lpstr>Wingdings</vt:lpstr>
      <vt:lpstr>Section OIM</vt:lpstr>
      <vt:lpstr>THEME: Génériques et Collections (1)</vt:lpstr>
      <vt:lpstr>SOMMAIRE</vt:lpstr>
      <vt:lpstr>INTRODUCTION</vt:lpstr>
      <vt:lpstr>PowerPoint Presentation</vt:lpstr>
      <vt:lpstr>PowerPoint Presentation</vt:lpstr>
      <vt:lpstr>Questions …</vt:lpstr>
    </vt:vector>
  </TitlesOfParts>
  <Company>Momentum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Maxime Yapi</dc:creator>
  <cp:lastModifiedBy>Ibrahim SAVADOGO</cp:lastModifiedBy>
  <cp:revision>629</cp:revision>
  <dcterms:created xsi:type="dcterms:W3CDTF">2010-02-03T20:06:36Z</dcterms:created>
  <dcterms:modified xsi:type="dcterms:W3CDTF">2026-04-22T09:44:15Z</dcterms:modified>
</cp:coreProperties>
</file>