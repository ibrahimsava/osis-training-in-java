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8"/>
  </p:notesMasterIdLst>
  <p:handoutMasterIdLst>
    <p:handoutMasterId r:id="rId9"/>
  </p:handoutMasterIdLst>
  <p:sldIdLst>
    <p:sldId id="256" r:id="rId2"/>
    <p:sldId id="356" r:id="rId3"/>
    <p:sldId id="357" r:id="rId4"/>
    <p:sldId id="371" r:id="rId5"/>
    <p:sldId id="327" r:id="rId6"/>
    <p:sldId id="345" r:id="rId7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 autoAdjust="0"/>
    <p:restoredTop sz="94687" autoAdjust="0"/>
  </p:normalViewPr>
  <p:slideViewPr>
    <p:cSldViewPr>
      <p:cViewPr varScale="1">
        <p:scale>
          <a:sx n="55" d="100"/>
          <a:sy n="55" d="100"/>
        </p:scale>
        <p:origin x="1267" y="53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453336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9453" y="2276872"/>
            <a:ext cx="5472608" cy="2520280"/>
          </a:xfrm>
        </p:spPr>
        <p:txBody>
          <a:bodyPr/>
          <a:lstStyle/>
          <a:p>
            <a:pPr algn="ctr"/>
            <a:r>
              <a:rPr lang="fr-FR" sz="4800" dirty="0"/>
              <a:t>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13119</TotalTime>
  <Words>24</Words>
  <Application>Microsoft Office PowerPoint</Application>
  <PresentationFormat>Affichage à l'écran (4:3)</PresentationFormat>
  <Paragraphs>10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Trebuchet MS</vt:lpstr>
      <vt:lpstr>Wingdings</vt:lpstr>
      <vt:lpstr>Section OIM</vt:lpstr>
      <vt:lpstr>THEME</vt:lpstr>
      <vt:lpstr>SOMMAIRE</vt:lpstr>
      <vt:lpstr>INTRODUCTION</vt:lpstr>
      <vt:lpstr>Présentation PowerPoint</vt:lpstr>
      <vt:lpstr>Présentation PowerPoint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Ange LANDJI</cp:lastModifiedBy>
  <cp:revision>627</cp:revision>
  <dcterms:created xsi:type="dcterms:W3CDTF">2010-02-03T20:06:36Z</dcterms:created>
  <dcterms:modified xsi:type="dcterms:W3CDTF">2026-04-01T12:53:41Z</dcterms:modified>
</cp:coreProperties>
</file>