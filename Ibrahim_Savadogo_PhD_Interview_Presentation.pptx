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Ibrahim Savadogo</a:t>
            </a:r>
            <a:br/>
            <a:r>
              <a:t>Climate Informatics &amp; Climate Risk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MSc in Climate Change Informatics – WASCAL Program</a:t>
            </a:r>
          </a:p>
          <a:p>
            <a:pPr>
              <a:defRPr sz="1800"/>
            </a:pPr>
            <a:r>
              <a:t>Background in Physics and Climate Data Science</a:t>
            </a:r>
          </a:p>
          <a:p>
            <a:pPr>
              <a:defRPr sz="1800"/>
            </a:pPr>
            <a:r>
              <a:t>Machine Learning for Climate Applications</a:t>
            </a:r>
          </a:p>
          <a:p>
            <a:pPr>
              <a:defRPr sz="1800"/>
            </a:pPr>
            <a:r>
              <a:t>Climate Risk &amp; Vulnerability Assessment</a:t>
            </a:r>
          </a:p>
          <a:p>
            <a:pPr>
              <a:defRPr sz="1800"/>
            </a:pPr>
            <a:r>
              <a:t>Research interest: Climate resilience and adaptation in West Africa</a:t>
            </a:r>
          </a:p>
        </p:txBody>
      </p:sp>
      <p:pic>
        <p:nvPicPr>
          <p:cNvPr id="4" name="Picture 3" descr="climate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5448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Past Research Activity 1</a:t>
            </a:r>
            <a:br/>
            <a:r>
              <a:t>Machine Learning for Weather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Objective: Improve weather forecasting using AI approaches</a:t>
            </a:r>
          </a:p>
          <a:p>
            <a:pPr>
              <a:defRPr sz="1800"/>
            </a:pPr>
            <a:r>
              <a:t>Data: ERA5, precipitation and meteorological variables</a:t>
            </a:r>
          </a:p>
          <a:p>
            <a:pPr>
              <a:defRPr sz="1800"/>
            </a:pPr>
            <a:r>
              <a:t>Methods: LSTM, CNN, Time-series forecasting</a:t>
            </a:r>
          </a:p>
          <a:p>
            <a:pPr>
              <a:defRPr sz="1800"/>
            </a:pPr>
            <a:r>
              <a:t>Focus on rainfall variability and extreme weather events</a:t>
            </a:r>
          </a:p>
          <a:p>
            <a:pPr>
              <a:defRPr sz="1800"/>
            </a:pPr>
            <a:r>
              <a:t>Contribution to early warning systems and climate adaptation</a:t>
            </a:r>
          </a:p>
        </p:txBody>
      </p:sp>
      <p:pic>
        <p:nvPicPr>
          <p:cNvPr id="4" name="Picture 3" descr="climate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5448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Past Research Activity 2</a:t>
            </a:r>
            <a:br/>
            <a:r>
              <a:t>Climate Risk and Vulnerability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Assessment of climate-related risks using precipitation data</a:t>
            </a:r>
          </a:p>
          <a:p>
            <a:pPr>
              <a:defRPr sz="1800"/>
            </a:pPr>
            <a:r>
              <a:t>Integrated hazard, exposure, and vulnerability indicators</a:t>
            </a:r>
          </a:p>
          <a:p>
            <a:pPr>
              <a:defRPr sz="1800"/>
            </a:pPr>
            <a:r>
              <a:t>Combined climate and socio-economic information</a:t>
            </a:r>
          </a:p>
          <a:p>
            <a:pPr>
              <a:defRPr sz="1800"/>
            </a:pPr>
            <a:r>
              <a:t>Developed vulnerability and risk maps</a:t>
            </a:r>
          </a:p>
          <a:p>
            <a:pPr>
              <a:defRPr sz="1800"/>
            </a:pPr>
            <a:r>
              <a:t>Supported adaptation planning and resilience strategies</a:t>
            </a:r>
          </a:p>
        </p:txBody>
      </p:sp>
      <p:pic>
        <p:nvPicPr>
          <p:cNvPr id="4" name="Picture 3" descr="climate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54480"/>
            <a:ext cx="2743200" cy="1371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577840" y="2926080"/>
            <a:ext cx="2743200" cy="914400"/>
          </a:xfrm>
          <a:prstGeom prst="roundRect">
            <a:avLst/>
          </a:prstGeom>
          <a:solidFill>
            <a:srgbClr val="E6F0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Risk = Vulnerability × Exposure × Hazard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My Research Vision for This PhD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Improve resilience of coastal areas in Côte d’Ivoire and Ghana</a:t>
            </a:r>
          </a:p>
          <a:p>
            <a:pPr>
              <a:defRPr sz="1800"/>
            </a:pPr>
            <a:r>
              <a:t>Analyse climate risks such as flooding and extreme rainfall</a:t>
            </a:r>
          </a:p>
          <a:p>
            <a:pPr>
              <a:defRPr sz="1800"/>
            </a:pPr>
            <a:r>
              <a:t>Develop vulnerability and exposure assessments</a:t>
            </a:r>
          </a:p>
          <a:p>
            <a:pPr>
              <a:defRPr sz="1800"/>
            </a:pPr>
            <a:r>
              <a:t>Apply machine learning for early warning systems</a:t>
            </a:r>
          </a:p>
          <a:p>
            <a:pPr>
              <a:defRPr sz="1800"/>
            </a:pPr>
            <a:r>
              <a:t>Support evidence-based climate adaptation strategies</a:t>
            </a:r>
          </a:p>
        </p:txBody>
      </p:sp>
      <p:pic>
        <p:nvPicPr>
          <p:cNvPr id="4" name="Picture 3" descr="climate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5448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Thank you for your attention.</a:t>
            </a:r>
          </a:p>
          <a:p>
            <a:pPr>
              <a:defRPr sz="1800"/>
            </a:pPr>
            <a:r>
              <a:t>I look forward to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