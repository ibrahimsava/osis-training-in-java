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9037" autoAdjust="0"/>
  </p:normalViewPr>
  <p:slideViewPr>
    <p:cSldViewPr snapToGrid="0" snapToObjects="1">
      <p:cViewPr varScale="1">
        <p:scale>
          <a:sx n="72" d="100"/>
          <a:sy n="72" d="100"/>
        </p:scale>
        <p:origin x="11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225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During my Master's and my 6-month research internship at the WASCAL Climate Change Research Center in Burkina Faso, I worked on three main areas. First, I analyzed climate extremes across West Africa — specifically Consecutive Dry Days and heavy rainfall indices using CMIP6 models and CHIRPS data. Second, I built machine learning models — LSTM and CNN networks — for weather forecasting, identifying the key climate predictors that drive forecast accuracy. Third, I developed vulnerability indices that combine climate data with socioeconomic indicators to identify populations most at risk. All of this gave me hands-on experience with the exact tools this PhD will require."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 why coastal resilience in Ghana and Côte d'Ivoire specifically? Three reasons. First, the urgency — West African coastlines are among the most exposed in the world to sea level rise, flooding, and erratic rainfall, yet they are deeply under-studied. Second, the technical gap — regional climate models still perform poorly over coastal zones, and better physics, like improved WRF microphysics schemes, are needed for reliable projections. And third, it's personal — I grew up in Abidjan. I have seen with my own eyes how coastal flooding disrupts lives and destroys livelihoods. This is not just an academic topic for me.“</a:t>
            </a:r>
          </a:p>
          <a:p>
            <a:endParaRPr lang="en-US" dirty="0" smtClean="0"/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plans for this project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My proposed approach has three phases. In the first year, I will compile and evaluate coastal climate datasets — ERA5, CHIRPS, tide gauge records — and benchmark CMIP6 and WRF model performance specifically for the Ghana and Côte d'Ivoire coastlines. In year two, I will apply bias correction and ensemble modelling, and develop ML-enhanced downscaling methods focused on extreme coastal events like floods and storm surges. In year three, I will build composite resilience indices and produce practical risk maps that can directly inform coastal authorities and local communities. The expected outputs are peer-reviewed publications, policy briefs, and an open-source risk dashboard.“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To summarize why I am the right person for this project — I bring proven technical skills in Python, R, CMIP6, WRF, and machine learning, all already applied to West African climate data. I have regional expertise built over five years studying these systems. I have experience translating climate science for non-technical stakeholders. And above all, I have a focused, personal motivation to make this research matter for real communities. I would be honored to pursue this PhD with your team. Thank you.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2C39A"/>
                </a:solidFill>
              </a:rPr>
              <a:t>PHD INTERVIEW – COASTAL RESILIENCE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47548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SAVADOGO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1170432"/>
            <a:ext cx="859536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98448"/>
            <a:ext cx="54864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350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Inter Data Scientist at Osis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883664"/>
            <a:ext cx="54864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202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STI Coordinator – </a:t>
            </a:r>
            <a:r>
              <a:rPr lang="en-US" sz="12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ECOP CI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2468880"/>
            <a:ext cx="54864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054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MSc · Climate Informatics – WASCAL (UJKZ</a:t>
            </a:r>
            <a:r>
              <a:rPr lang="en-US" sz="12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3054096"/>
            <a:ext cx="54864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906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 BSc · Physics – Université FHB, Côte d'Ivoire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" y="3639312"/>
            <a:ext cx="54864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6758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Yopougon, Abidjan, Côte d'Ivoire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261872"/>
            <a:ext cx="420624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4434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savadogoibrahim0915@gmail.com  ·  +225 05 76 47 82 31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2C39A"/>
                </a:solidFill>
              </a:rPr>
              <a:t>MY RESEARCH BACKGROUND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43891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Have Done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34440"/>
            <a:ext cx="274320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Extremes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242316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CDD (Consecutive Dry Days), Rx5day, R20mm across West Africa using CMIP6 models and CHIRPS observational data</a:t>
            </a:r>
            <a:r>
              <a:rPr lang="en-US" sz="11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 algn="l">
              <a:buNone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of the  Microphysics scheme by Simulating </a:t>
            </a:r>
            <a:r>
              <a:rPr lang="en-US" sz="11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WRF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73552" y="123444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1234440"/>
            <a:ext cx="274320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10712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Weather Forecasting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10712" y="242316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LSTM &amp; CNN models for short- and long-term weather prediction. Identified key predictors (</a:t>
            </a:r>
            <a:r>
              <a:rPr lang="en-US" sz="11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T,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9632" y="123444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1234440"/>
            <a:ext cx="27432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36792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Assessment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36792" y="242316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vulnerability indices combining climate exposure &amp; socioeconomic data. Produced risk maps for food-insecure populations.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4754880"/>
            <a:ext cx="859536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76402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WASCAL Graduate Studies · Joseph Ki-Zerbo University, Burkina Faso ·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2C39A"/>
                </a:solidFill>
              </a:rPr>
              <a:t>MOTIVATION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475488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Coastal Resilience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Ghana &amp; Côte d'Ivoire?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691640"/>
            <a:ext cx="411480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Exposure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African coasts face rising sea levels, intensifying storms, and erratic rainfall — threatening millions of livelihoods.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36592" y="1691640"/>
            <a:ext cx="411480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9496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1945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climate models underperform for coastal zones. Improved physics (WRF microphysics schemes) are key to better projections.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3246120"/>
            <a:ext cx="411480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337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Connection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up in Abidjan, I have witnessed first-hand how coastal flooding disrupts communities — this motivates my research direction.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6592" y="3246120"/>
            <a:ext cx="411480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94960" y="3337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Alignment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7490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WASCAL training in CMIP6 analysis, bias correction, and ML forecasting directly feeds into coastal impact modelling.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2C39A"/>
                </a:solidFill>
              </a:rPr>
              <a:t>RESEARCH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7472" y="43891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Proposed Approach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920240"/>
            <a:ext cx="54864" cy="6858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344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Months 1–12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Baseline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137160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coastal climate datasets (ERA5, </a:t>
            </a:r>
            <a:r>
              <a:rPr lang="en-US" sz="11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CHIRPS).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CMIP6 &amp; WRF model performance for Ghana &amp; CI coasts.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1371600"/>
            <a:ext cx="36576" cy="8229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60604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3154680"/>
            <a:ext cx="54864" cy="6858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578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Months 13–24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26060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bias correction &amp; ensemble modelling. Develop ML-enhanced downscaling for coastal extreme events (floods, storm surges).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49040" y="2606040"/>
            <a:ext cx="36576" cy="8229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840480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813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Months 25–36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Indices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1920" y="384048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composite vulnerability &amp; resilience indices. Produce risk maps and actionable adaptation guidance for coastal communities.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49040" y="3840480"/>
            <a:ext cx="36576" cy="8229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4663440"/>
            <a:ext cx="859536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81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Outcomes:  Peer-reviewed publications  ·  Policy briefs for coastal authorities  ·  Open-source risk dashboard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Am the Right Candidate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🛰️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Technical Skills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R, CMIP6, WRF, CDO, ML (LSTM/CNN/RF/XGBoost) — all applied to real West African climate datasets.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50876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🌊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577840" y="16459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Expertise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21031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studying West African climate systems, including coastal zones, rainfall variability, and extreme events.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246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2461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Engagement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7033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communicating climate science to policymakers, extension services, and local communities.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3246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77840" y="32461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Motivation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7033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resilience is a personal mission — I want this PhD to produce tools that protect real lives in Ghana and Côte </a:t>
            </a: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d'Ivoire and also participate to scientific enhancement.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savadogoibrahim0915@gmail.com  ·  +225 05 76 47 82 31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931</Words>
  <Application>Microsoft Office PowerPoint</Application>
  <PresentationFormat>On-screen Show (16:9)</PresentationFormat>
  <Paragraphs>77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PhD Interview – Ibrahim Savadogo</dc:title>
  <dc:subject>PptxGenJS Presentation</dc:subject>
  <dc:creator>PptxGenJS</dc:creator>
  <cp:lastModifiedBy>Ibrahim SAVADOGO</cp:lastModifiedBy>
  <cp:revision>8</cp:revision>
  <dcterms:created xsi:type="dcterms:W3CDTF">2026-05-11T09:37:21Z</dcterms:created>
  <dcterms:modified xsi:type="dcterms:W3CDTF">2026-05-11T10:46:31Z</dcterms:modified>
</cp:coreProperties>
</file>