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20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654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Internes en Java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Classes • Types • Exemples Réels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2880360"/>
            <a:ext cx="2743200" cy="54864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32461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2E86A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246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32461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1A6B8A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3246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Statique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32461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0E4D6B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3246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92240" y="3246120"/>
            <a:ext cx="1554480" cy="411480"/>
          </a:xfrm>
          <a:prstGeom prst="roundRect">
            <a:avLst>
              <a:gd name="adj" fmla="val 22222"/>
            </a:avLst>
          </a:prstGeom>
          <a:solidFill>
            <a:srgbClr val="5DADE2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32461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Types de Classes Internes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4160520" cy="7315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9966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Classe Membre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8912" y="13441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Non-static inner class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" y="1618488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70992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dans une autre classe. Accède aux membres privés de la classe externe.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868680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868680"/>
            <a:ext cx="4160520" cy="7315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73752" y="9966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Classe Statique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73752" y="13441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6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nested class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73752" y="1618488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73752" y="170992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avec static. N'a pas besoin d'une instance de la classe externe.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898648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898648"/>
            <a:ext cx="4160520" cy="73152"/>
          </a:xfrm>
          <a:prstGeom prst="rect">
            <a:avLst/>
          </a:prstGeom>
          <a:solidFill>
            <a:srgbClr val="0E4D6B"/>
          </a:solidFill>
          <a:ln w="12700">
            <a:solidFill>
              <a:srgbClr val="0E4D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" y="302666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Classe Locale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8912" y="33741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4D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inner class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648456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" y="3739896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à l'intérieur d'une méthode. Visible uniquement dans cette méthode.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2898648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898648"/>
            <a:ext cx="4160520" cy="7315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73752" y="302666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👻  Classe Anonyme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73752" y="33741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DAD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Anonymous class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73752" y="3648456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3739896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nom, déclarée et instanciée en une seule expression. Usage unique.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Syntaxe — Classe Membre vs Statique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60520" cy="34747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Membre (non-static)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170432"/>
            <a:ext cx="4160520" cy="33832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2435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Voiture {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14493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String marque;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6550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86080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Classe interne membre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06654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class Moteur {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2722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chevaux;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24780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26837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demarrer() {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288950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accède à marque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309524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System.out.println(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33009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marque);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35067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37124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391820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09160" y="822960"/>
            <a:ext cx="4160520" cy="34747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82296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Statique (static nested)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09160" y="1170432"/>
            <a:ext cx="4160520" cy="33832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12435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Universite {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46320" y="14493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nom;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16550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46320" y="186080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Classe statique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46320" y="206654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static class Etudiant {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46320" y="22722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prenom;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46320" y="24780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age;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46320" y="26837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46320" y="288950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afficher() {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46320" y="309524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System.out.println(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46320" y="33009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prenom);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46320" y="35067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46320" y="37124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46320" y="391820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2274"/>
            <a:ext cx="9144000" cy="685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Réel — Système Bancaire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56692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046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 Scénario : Un compte bancaire contient des transactions. La classe Transaction est interne à CompteBancaire car elle n'a de sens que dans ce contexte.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4320" y="1481328"/>
            <a:ext cx="5303520" cy="3364992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55448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CompteBancaire {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72821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double solde;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901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String titulaire;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07568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24942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Classe interne membre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242316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class Transaction {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25968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montant;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277063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type; // "debit"/"credit"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294436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11810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executer() {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29184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(type.equals("credit")) {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346557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solde += montant;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11480" y="36393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 else {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" y="381304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solde -= montant;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398678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1480" y="41605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" y="433425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" y="450799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06440" y="1481328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897880" y="1645920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97880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81928" y="152704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forte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81928" y="1792224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ne peut exister sans CompteBancaire. Logique métier respectée.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806440" y="2322576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897880" y="2487168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978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81928" y="236829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privilégié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81928" y="2633472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classe interne accède directement à solde (private) de la classe externe.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806440" y="3163824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897880" y="3328416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978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81928" y="32095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281928" y="3474720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groupé logiquement — tout ce qui concerne le compte est dans la même classe.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806440" y="4005072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7880" y="4169664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97880" y="4169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281928" y="40507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281928" y="4315968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CompteBancaire cb = new CompteBancaire();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 = cb.new Transaction();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0" y="4873752"/>
            <a:ext cx="9144000" cy="26517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4320" y="4873752"/>
            <a:ext cx="859536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A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Internes Java  •  Exemple pratique — Système Bancaire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1226</TotalTime>
  <Words>377</Words>
  <Application>Microsoft Office PowerPoint</Application>
  <PresentationFormat>On-screen Show (16:9)</PresentationFormat>
  <Paragraphs>82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Ibrahim SAVADOGO</cp:lastModifiedBy>
  <cp:revision>3</cp:revision>
  <dcterms:created xsi:type="dcterms:W3CDTF">2026-04-22T19:20:55Z</dcterms:created>
  <dcterms:modified xsi:type="dcterms:W3CDTF">2026-04-23T15:55:40Z</dcterms:modified>
</cp:coreProperties>
</file>