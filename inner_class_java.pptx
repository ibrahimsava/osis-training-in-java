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Internes en Java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Classes • Types • Exemples Réels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324612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246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324612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1A6B8A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3246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Statique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324612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0E4D6B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3246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324612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5DADE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3246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Types de Classes Internes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96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Classe Membre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" y="1344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Non-static inner class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1618488"/>
            <a:ext cx="3749040" cy="18288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7099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Déclarée dans une autre classe. Accède aux membres privés de la classe externe.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68680"/>
            <a:ext cx="4160520" cy="7315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996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Classe Statique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73752" y="1344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nested class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73752" y="1618488"/>
            <a:ext cx="3749040" cy="18288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7099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Déclarée avec static. N'a pas besoin d'une instance de la classe externe.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98648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98648"/>
            <a:ext cx="4160520" cy="73152"/>
          </a:xfrm>
          <a:prstGeom prst="rect">
            <a:avLst/>
          </a:prstGeom>
          <a:solidFill>
            <a:srgbClr val="0E4D6B"/>
          </a:solidFill>
          <a:ln w="12700">
            <a:solidFill>
              <a:srgbClr val="0E4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266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Classe Locale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" y="3374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4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inner class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3648456"/>
            <a:ext cx="3749040" cy="18288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73989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Déclarée à l'intérieur d'une méthode. Visible uniquement dans cette méthode.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898648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98648"/>
            <a:ext cx="4160520" cy="7315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0266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Classe Anonyme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73752" y="3374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A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class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73752" y="3648456"/>
            <a:ext cx="3749040" cy="18288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73989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nom, déclarée et instanciée en une seule expression. Usage unique.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— Classe Membre vs Statique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Membre (non-static)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60520" cy="33832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435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Voiture {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4493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marque;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6550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8608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Classe interne membre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0665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 Moteur {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2722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chevaux;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4780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6837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demarrer() {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8895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accède à marque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0952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marque);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5067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7124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9182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822960"/>
            <a:ext cx="4160520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8229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Statique (static nested)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170432"/>
            <a:ext cx="4160520" cy="33832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2435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Universite {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14493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nom;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16550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18608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Classe statique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20665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class Etudiant {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22722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prenom;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24780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26837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28895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afficher() {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0952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prenom);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35067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37124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39182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— Système Bancaire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6692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Scénario : Un compte bancaire contient des transactions. La classe Transaction est interne à CompteBancaire car elle n'a de sens que dans ce contexte.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5303520" cy="33649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544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CompteBancaire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282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double solde;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titulaire;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756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2494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Classe interne membre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 Transaction {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59689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montant;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7706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type; // "debit"/"credit"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9443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1181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executer() {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2918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(type.equals("credit")) {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4655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solde += montant;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6393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else {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813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solde -= montant;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9867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1605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33425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5079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06440" y="1481328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97880" y="1645920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1928" y="15270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forte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81928" y="179222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ne peut exister sans CompteBancaire. Logique métier respectée.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06440" y="2322576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97880" y="2487168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81928" y="236829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privilégié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81928" y="263347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classe interne accède directement à solde (private) de la classe externe.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06440" y="3163824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97880" y="3328416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81928" y="32095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81928" y="347472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groupé logiquement — tout ce qui concerne le compte est dans la même classe.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06440" y="4005072"/>
            <a:ext cx="3063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97880" y="4169664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81928" y="405079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81928" y="431596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CompteBancaire cb = new CompteBancaire();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 = cb.new Transaction();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73752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Internes Java  •  Exemple pratique — Système Bancaire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2026-04-22T19:20:55Z</dcterms:created>
  <dcterms:modified xsi:type="dcterms:W3CDTF">2026-04-22T19:20:55Z</dcterms:modified>
</cp:coreProperties>
</file>